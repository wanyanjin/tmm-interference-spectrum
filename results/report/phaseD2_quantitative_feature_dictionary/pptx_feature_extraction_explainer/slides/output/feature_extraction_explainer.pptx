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reference</c:v>
                </c:pt>
              </c:strCache>
            </c:strRef>
          </c:tx>
          <c:spPr>
            <a:solidFill>
              <a:srgbClr val="7F8C8D"/>
            </a:solidFill>
            <a:ln w="25400" cap="flat">
              <a:solidFill>
                <a:srgbClr val="7F8C8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7F8C8D"/>
              </a:solidFill>
              <a:ln w="9525" cap="flat">
                <a:solidFill>
                  <a:srgbClr val="7F8C8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Sheet1!$A$2:$A$702</c:f>
              <c:multiLvlStrCache>
                <c:ptCount val="701"/>
                <c:lvl>
                  <c:pt idx="0">
                    <c:v>400</c:v>
                  </c:pt>
                  <c:pt idx="1">
                    <c:v>401</c:v>
                  </c:pt>
                  <c:pt idx="2">
                    <c:v>402</c:v>
                  </c:pt>
                  <c:pt idx="3">
                    <c:v>403</c:v>
                  </c:pt>
                  <c:pt idx="4">
                    <c:v>404</c:v>
                  </c:pt>
                  <c:pt idx="5">
                    <c:v>405</c:v>
                  </c:pt>
                  <c:pt idx="6">
                    <c:v>406</c:v>
                  </c:pt>
                  <c:pt idx="7">
                    <c:v>407</c:v>
                  </c:pt>
                  <c:pt idx="8">
                    <c:v>408</c:v>
                  </c:pt>
                  <c:pt idx="9">
                    <c:v>409</c:v>
                  </c:pt>
                  <c:pt idx="10">
                    <c:v>410</c:v>
                  </c:pt>
                  <c:pt idx="11">
                    <c:v>411</c:v>
                  </c:pt>
                  <c:pt idx="12">
                    <c:v>412</c:v>
                  </c:pt>
                  <c:pt idx="13">
                    <c:v>413</c:v>
                  </c:pt>
                  <c:pt idx="14">
                    <c:v>414</c:v>
                  </c:pt>
                  <c:pt idx="15">
                    <c:v>415</c:v>
                  </c:pt>
                  <c:pt idx="16">
                    <c:v>416</c:v>
                  </c:pt>
                  <c:pt idx="17">
                    <c:v>417</c:v>
                  </c:pt>
                  <c:pt idx="18">
                    <c:v>418</c:v>
                  </c:pt>
                  <c:pt idx="19">
                    <c:v>419</c:v>
                  </c:pt>
                  <c:pt idx="20">
                    <c:v>420</c:v>
                  </c:pt>
                  <c:pt idx="21">
                    <c:v>421</c:v>
                  </c:pt>
                  <c:pt idx="22">
                    <c:v>422</c:v>
                  </c:pt>
                  <c:pt idx="23">
                    <c:v>423</c:v>
                  </c:pt>
                  <c:pt idx="24">
                    <c:v>424</c:v>
                  </c:pt>
                  <c:pt idx="25">
                    <c:v>425</c:v>
                  </c:pt>
                  <c:pt idx="26">
                    <c:v>426</c:v>
                  </c:pt>
                  <c:pt idx="27">
                    <c:v>427</c:v>
                  </c:pt>
                  <c:pt idx="28">
                    <c:v>428</c:v>
                  </c:pt>
                  <c:pt idx="29">
                    <c:v>429</c:v>
                  </c:pt>
                  <c:pt idx="30">
                    <c:v>430</c:v>
                  </c:pt>
                  <c:pt idx="31">
                    <c:v>431</c:v>
                  </c:pt>
                  <c:pt idx="32">
                    <c:v>432</c:v>
                  </c:pt>
                  <c:pt idx="33">
                    <c:v>433</c:v>
                  </c:pt>
                  <c:pt idx="34">
                    <c:v>434</c:v>
                  </c:pt>
                  <c:pt idx="35">
                    <c:v>435</c:v>
                  </c:pt>
                  <c:pt idx="36">
                    <c:v>436</c:v>
                  </c:pt>
                  <c:pt idx="37">
                    <c:v>437</c:v>
                  </c:pt>
                  <c:pt idx="38">
                    <c:v>438</c:v>
                  </c:pt>
                  <c:pt idx="39">
                    <c:v>439</c:v>
                  </c:pt>
                  <c:pt idx="40">
                    <c:v>440</c:v>
                  </c:pt>
                  <c:pt idx="41">
                    <c:v>441</c:v>
                  </c:pt>
                  <c:pt idx="42">
                    <c:v>442</c:v>
                  </c:pt>
                  <c:pt idx="43">
                    <c:v>443</c:v>
                  </c:pt>
                  <c:pt idx="44">
                    <c:v>444</c:v>
                  </c:pt>
                  <c:pt idx="45">
                    <c:v>445</c:v>
                  </c:pt>
                  <c:pt idx="46">
                    <c:v>446</c:v>
                  </c:pt>
                  <c:pt idx="47">
                    <c:v>447</c:v>
                  </c:pt>
                  <c:pt idx="48">
                    <c:v>448</c:v>
                  </c:pt>
                  <c:pt idx="49">
                    <c:v>449</c:v>
                  </c:pt>
                  <c:pt idx="50">
                    <c:v>450</c:v>
                  </c:pt>
                  <c:pt idx="51">
                    <c:v>451</c:v>
                  </c:pt>
                  <c:pt idx="52">
                    <c:v>452</c:v>
                  </c:pt>
                  <c:pt idx="53">
                    <c:v>453</c:v>
                  </c:pt>
                  <c:pt idx="54">
                    <c:v>454</c:v>
                  </c:pt>
                  <c:pt idx="55">
                    <c:v>455</c:v>
                  </c:pt>
                  <c:pt idx="56">
                    <c:v>456</c:v>
                  </c:pt>
                  <c:pt idx="57">
                    <c:v>457</c:v>
                  </c:pt>
                  <c:pt idx="58">
                    <c:v>458</c:v>
                  </c:pt>
                  <c:pt idx="59">
                    <c:v>459</c:v>
                  </c:pt>
                  <c:pt idx="60">
                    <c:v>460</c:v>
                  </c:pt>
                  <c:pt idx="61">
                    <c:v>461</c:v>
                  </c:pt>
                  <c:pt idx="62">
                    <c:v>462</c:v>
                  </c:pt>
                  <c:pt idx="63">
                    <c:v>463</c:v>
                  </c:pt>
                  <c:pt idx="64">
                    <c:v>464</c:v>
                  </c:pt>
                  <c:pt idx="65">
                    <c:v>465</c:v>
                  </c:pt>
                  <c:pt idx="66">
                    <c:v>466</c:v>
                  </c:pt>
                  <c:pt idx="67">
                    <c:v>467</c:v>
                  </c:pt>
                  <c:pt idx="68">
                    <c:v>468</c:v>
                  </c:pt>
                  <c:pt idx="69">
                    <c:v>469</c:v>
                  </c:pt>
                  <c:pt idx="70">
                    <c:v>470</c:v>
                  </c:pt>
                  <c:pt idx="71">
                    <c:v>471</c:v>
                  </c:pt>
                  <c:pt idx="72">
                    <c:v>472</c:v>
                  </c:pt>
                  <c:pt idx="73">
                    <c:v>473</c:v>
                  </c:pt>
                  <c:pt idx="74">
                    <c:v>474</c:v>
                  </c:pt>
                  <c:pt idx="75">
                    <c:v>475</c:v>
                  </c:pt>
                  <c:pt idx="76">
                    <c:v>476</c:v>
                  </c:pt>
                  <c:pt idx="77">
                    <c:v>477</c:v>
                  </c:pt>
                  <c:pt idx="78">
                    <c:v>478</c:v>
                  </c:pt>
                  <c:pt idx="79">
                    <c:v>479</c:v>
                  </c:pt>
                  <c:pt idx="80">
                    <c:v>480</c:v>
                  </c:pt>
                  <c:pt idx="81">
                    <c:v>481</c:v>
                  </c:pt>
                  <c:pt idx="82">
                    <c:v>482</c:v>
                  </c:pt>
                  <c:pt idx="83">
                    <c:v>483</c:v>
                  </c:pt>
                  <c:pt idx="84">
                    <c:v>484</c:v>
                  </c:pt>
                  <c:pt idx="85">
                    <c:v>485</c:v>
                  </c:pt>
                  <c:pt idx="86">
                    <c:v>486</c:v>
                  </c:pt>
                  <c:pt idx="87">
                    <c:v>487</c:v>
                  </c:pt>
                  <c:pt idx="88">
                    <c:v>488</c:v>
                  </c:pt>
                  <c:pt idx="89">
                    <c:v>489</c:v>
                  </c:pt>
                  <c:pt idx="90">
                    <c:v>490</c:v>
                  </c:pt>
                  <c:pt idx="91">
                    <c:v>491</c:v>
                  </c:pt>
                  <c:pt idx="92">
                    <c:v>492</c:v>
                  </c:pt>
                  <c:pt idx="93">
                    <c:v>493</c:v>
                  </c:pt>
                  <c:pt idx="94">
                    <c:v>494</c:v>
                  </c:pt>
                  <c:pt idx="95">
                    <c:v>495</c:v>
                  </c:pt>
                  <c:pt idx="96">
                    <c:v>496</c:v>
                  </c:pt>
                  <c:pt idx="97">
                    <c:v>497</c:v>
                  </c:pt>
                  <c:pt idx="98">
                    <c:v>498</c:v>
                  </c:pt>
                  <c:pt idx="99">
                    <c:v>499</c:v>
                  </c:pt>
                  <c:pt idx="100">
                    <c:v>500</c:v>
                  </c:pt>
                  <c:pt idx="101">
                    <c:v>501</c:v>
                  </c:pt>
                  <c:pt idx="102">
                    <c:v>502</c:v>
                  </c:pt>
                  <c:pt idx="103">
                    <c:v>503</c:v>
                  </c:pt>
                  <c:pt idx="104">
                    <c:v>504</c:v>
                  </c:pt>
                  <c:pt idx="105">
                    <c:v>505</c:v>
                  </c:pt>
                  <c:pt idx="106">
                    <c:v>506</c:v>
                  </c:pt>
                  <c:pt idx="107">
                    <c:v>507</c:v>
                  </c:pt>
                  <c:pt idx="108">
                    <c:v>508</c:v>
                  </c:pt>
                  <c:pt idx="109">
                    <c:v>509</c:v>
                  </c:pt>
                  <c:pt idx="110">
                    <c:v>510</c:v>
                  </c:pt>
                  <c:pt idx="111">
                    <c:v>511</c:v>
                  </c:pt>
                  <c:pt idx="112">
                    <c:v>512</c:v>
                  </c:pt>
                  <c:pt idx="113">
                    <c:v>513</c:v>
                  </c:pt>
                  <c:pt idx="114">
                    <c:v>514</c:v>
                  </c:pt>
                  <c:pt idx="115">
                    <c:v>515</c:v>
                  </c:pt>
                  <c:pt idx="116">
                    <c:v>516</c:v>
                  </c:pt>
                  <c:pt idx="117">
                    <c:v>517</c:v>
                  </c:pt>
                  <c:pt idx="118">
                    <c:v>518</c:v>
                  </c:pt>
                  <c:pt idx="119">
                    <c:v>519</c:v>
                  </c:pt>
                  <c:pt idx="120">
                    <c:v>520</c:v>
                  </c:pt>
                  <c:pt idx="121">
                    <c:v>521</c:v>
                  </c:pt>
                  <c:pt idx="122">
                    <c:v>522</c:v>
                  </c:pt>
                  <c:pt idx="123">
                    <c:v>523</c:v>
                  </c:pt>
                  <c:pt idx="124">
                    <c:v>524</c:v>
                  </c:pt>
                  <c:pt idx="125">
                    <c:v>525</c:v>
                  </c:pt>
                  <c:pt idx="126">
                    <c:v>526</c:v>
                  </c:pt>
                  <c:pt idx="127">
                    <c:v>527</c:v>
                  </c:pt>
                  <c:pt idx="128">
                    <c:v>528</c:v>
                  </c:pt>
                  <c:pt idx="129">
                    <c:v>529</c:v>
                  </c:pt>
                  <c:pt idx="130">
                    <c:v>530</c:v>
                  </c:pt>
                  <c:pt idx="131">
                    <c:v>531</c:v>
                  </c:pt>
                  <c:pt idx="132">
                    <c:v>532</c:v>
                  </c:pt>
                  <c:pt idx="133">
                    <c:v>533</c:v>
                  </c:pt>
                  <c:pt idx="134">
                    <c:v>534</c:v>
                  </c:pt>
                  <c:pt idx="135">
                    <c:v>535</c:v>
                  </c:pt>
                  <c:pt idx="136">
                    <c:v>536</c:v>
                  </c:pt>
                  <c:pt idx="137">
                    <c:v>537</c:v>
                  </c:pt>
                  <c:pt idx="138">
                    <c:v>538</c:v>
                  </c:pt>
                  <c:pt idx="139">
                    <c:v>539</c:v>
                  </c:pt>
                  <c:pt idx="140">
                    <c:v>540</c:v>
                  </c:pt>
                  <c:pt idx="141">
                    <c:v>541</c:v>
                  </c:pt>
                  <c:pt idx="142">
                    <c:v>542</c:v>
                  </c:pt>
                  <c:pt idx="143">
                    <c:v>543</c:v>
                  </c:pt>
                  <c:pt idx="144">
                    <c:v>544</c:v>
                  </c:pt>
                  <c:pt idx="145">
                    <c:v>545</c:v>
                  </c:pt>
                  <c:pt idx="146">
                    <c:v>546</c:v>
                  </c:pt>
                  <c:pt idx="147">
                    <c:v>547</c:v>
                  </c:pt>
                  <c:pt idx="148">
                    <c:v>548</c:v>
                  </c:pt>
                  <c:pt idx="149">
                    <c:v>549</c:v>
                  </c:pt>
                  <c:pt idx="150">
                    <c:v>550</c:v>
                  </c:pt>
                  <c:pt idx="151">
                    <c:v>551</c:v>
                  </c:pt>
                  <c:pt idx="152">
                    <c:v>552</c:v>
                  </c:pt>
                  <c:pt idx="153">
                    <c:v>553</c:v>
                  </c:pt>
                  <c:pt idx="154">
                    <c:v>554</c:v>
                  </c:pt>
                  <c:pt idx="155">
                    <c:v>555</c:v>
                  </c:pt>
                  <c:pt idx="156">
                    <c:v>556</c:v>
                  </c:pt>
                  <c:pt idx="157">
                    <c:v>557</c:v>
                  </c:pt>
                  <c:pt idx="158">
                    <c:v>558</c:v>
                  </c:pt>
                  <c:pt idx="159">
                    <c:v>559</c:v>
                  </c:pt>
                  <c:pt idx="160">
                    <c:v>560</c:v>
                  </c:pt>
                  <c:pt idx="161">
                    <c:v>561</c:v>
                  </c:pt>
                  <c:pt idx="162">
                    <c:v>562</c:v>
                  </c:pt>
                  <c:pt idx="163">
                    <c:v>563</c:v>
                  </c:pt>
                  <c:pt idx="164">
                    <c:v>564</c:v>
                  </c:pt>
                  <c:pt idx="165">
                    <c:v>565</c:v>
                  </c:pt>
                  <c:pt idx="166">
                    <c:v>566</c:v>
                  </c:pt>
                  <c:pt idx="167">
                    <c:v>567</c:v>
                  </c:pt>
                  <c:pt idx="168">
                    <c:v>568</c:v>
                  </c:pt>
                  <c:pt idx="169">
                    <c:v>569</c:v>
                  </c:pt>
                  <c:pt idx="170">
                    <c:v>570</c:v>
                  </c:pt>
                  <c:pt idx="171">
                    <c:v>571</c:v>
                  </c:pt>
                  <c:pt idx="172">
                    <c:v>572</c:v>
                  </c:pt>
                  <c:pt idx="173">
                    <c:v>573</c:v>
                  </c:pt>
                  <c:pt idx="174">
                    <c:v>574</c:v>
                  </c:pt>
                  <c:pt idx="175">
                    <c:v>575</c:v>
                  </c:pt>
                  <c:pt idx="176">
                    <c:v>576</c:v>
                  </c:pt>
                  <c:pt idx="177">
                    <c:v>577</c:v>
                  </c:pt>
                  <c:pt idx="178">
                    <c:v>578</c:v>
                  </c:pt>
                  <c:pt idx="179">
                    <c:v>579</c:v>
                  </c:pt>
                  <c:pt idx="180">
                    <c:v>580</c:v>
                  </c:pt>
                  <c:pt idx="181">
                    <c:v>581</c:v>
                  </c:pt>
                  <c:pt idx="182">
                    <c:v>582</c:v>
                  </c:pt>
                  <c:pt idx="183">
                    <c:v>583</c:v>
                  </c:pt>
                  <c:pt idx="184">
                    <c:v>584</c:v>
                  </c:pt>
                  <c:pt idx="185">
                    <c:v>585</c:v>
                  </c:pt>
                  <c:pt idx="186">
                    <c:v>586</c:v>
                  </c:pt>
                  <c:pt idx="187">
                    <c:v>587</c:v>
                  </c:pt>
                  <c:pt idx="188">
                    <c:v>588</c:v>
                  </c:pt>
                  <c:pt idx="189">
                    <c:v>589</c:v>
                  </c:pt>
                  <c:pt idx="190">
                    <c:v>590</c:v>
                  </c:pt>
                  <c:pt idx="191">
                    <c:v>591</c:v>
                  </c:pt>
                  <c:pt idx="192">
                    <c:v>592</c:v>
                  </c:pt>
                  <c:pt idx="193">
                    <c:v>593</c:v>
                  </c:pt>
                  <c:pt idx="194">
                    <c:v>594</c:v>
                  </c:pt>
                  <c:pt idx="195">
                    <c:v>595</c:v>
                  </c:pt>
                  <c:pt idx="196">
                    <c:v>596</c:v>
                  </c:pt>
                  <c:pt idx="197">
                    <c:v>597</c:v>
                  </c:pt>
                  <c:pt idx="198">
                    <c:v>598</c:v>
                  </c:pt>
                  <c:pt idx="199">
                    <c:v>599</c:v>
                  </c:pt>
                  <c:pt idx="200">
                    <c:v>600</c:v>
                  </c:pt>
                  <c:pt idx="201">
                    <c:v>601</c:v>
                  </c:pt>
                  <c:pt idx="202">
                    <c:v>602</c:v>
                  </c:pt>
                  <c:pt idx="203">
                    <c:v>603</c:v>
                  </c:pt>
                  <c:pt idx="204">
                    <c:v>604</c:v>
                  </c:pt>
                  <c:pt idx="205">
                    <c:v>605</c:v>
                  </c:pt>
                  <c:pt idx="206">
                    <c:v>606</c:v>
                  </c:pt>
                  <c:pt idx="207">
                    <c:v>607</c:v>
                  </c:pt>
                  <c:pt idx="208">
                    <c:v>608</c:v>
                  </c:pt>
                  <c:pt idx="209">
                    <c:v>609</c:v>
                  </c:pt>
                  <c:pt idx="210">
                    <c:v>610</c:v>
                  </c:pt>
                  <c:pt idx="211">
                    <c:v>611</c:v>
                  </c:pt>
                  <c:pt idx="212">
                    <c:v>612</c:v>
                  </c:pt>
                  <c:pt idx="213">
                    <c:v>613</c:v>
                  </c:pt>
                  <c:pt idx="214">
                    <c:v>614</c:v>
                  </c:pt>
                  <c:pt idx="215">
                    <c:v>615</c:v>
                  </c:pt>
                  <c:pt idx="216">
                    <c:v>616</c:v>
                  </c:pt>
                  <c:pt idx="217">
                    <c:v>617</c:v>
                  </c:pt>
                  <c:pt idx="218">
                    <c:v>618</c:v>
                  </c:pt>
                  <c:pt idx="219">
                    <c:v>619</c:v>
                  </c:pt>
                  <c:pt idx="220">
                    <c:v>620</c:v>
                  </c:pt>
                  <c:pt idx="221">
                    <c:v>621</c:v>
                  </c:pt>
                  <c:pt idx="222">
                    <c:v>622</c:v>
                  </c:pt>
                  <c:pt idx="223">
                    <c:v>623</c:v>
                  </c:pt>
                  <c:pt idx="224">
                    <c:v>624</c:v>
                  </c:pt>
                  <c:pt idx="225">
                    <c:v>625</c:v>
                  </c:pt>
                  <c:pt idx="226">
                    <c:v>626</c:v>
                  </c:pt>
                  <c:pt idx="227">
                    <c:v>627</c:v>
                  </c:pt>
                  <c:pt idx="228">
                    <c:v>628</c:v>
                  </c:pt>
                  <c:pt idx="229">
                    <c:v>629</c:v>
                  </c:pt>
                  <c:pt idx="230">
                    <c:v>630</c:v>
                  </c:pt>
                  <c:pt idx="231">
                    <c:v>631</c:v>
                  </c:pt>
                  <c:pt idx="232">
                    <c:v>632</c:v>
                  </c:pt>
                  <c:pt idx="233">
                    <c:v>633</c:v>
                  </c:pt>
                  <c:pt idx="234">
                    <c:v>634</c:v>
                  </c:pt>
                  <c:pt idx="235">
                    <c:v>635</c:v>
                  </c:pt>
                  <c:pt idx="236">
                    <c:v>636</c:v>
                  </c:pt>
                  <c:pt idx="237">
                    <c:v>637</c:v>
                  </c:pt>
                  <c:pt idx="238">
                    <c:v>638</c:v>
                  </c:pt>
                  <c:pt idx="239">
                    <c:v>639</c:v>
                  </c:pt>
                  <c:pt idx="240">
                    <c:v>640</c:v>
                  </c:pt>
                  <c:pt idx="241">
                    <c:v>641</c:v>
                  </c:pt>
                  <c:pt idx="242">
                    <c:v>642</c:v>
                  </c:pt>
                  <c:pt idx="243">
                    <c:v>643</c:v>
                  </c:pt>
                  <c:pt idx="244">
                    <c:v>644</c:v>
                  </c:pt>
                  <c:pt idx="245">
                    <c:v>645</c:v>
                  </c:pt>
                  <c:pt idx="246">
                    <c:v>646</c:v>
                  </c:pt>
                  <c:pt idx="247">
                    <c:v>647</c:v>
                  </c:pt>
                  <c:pt idx="248">
                    <c:v>648</c:v>
                  </c:pt>
                  <c:pt idx="249">
                    <c:v>649</c:v>
                  </c:pt>
                  <c:pt idx="250">
                    <c:v>650</c:v>
                  </c:pt>
                  <c:pt idx="251">
                    <c:v>651</c:v>
                  </c:pt>
                  <c:pt idx="252">
                    <c:v>652</c:v>
                  </c:pt>
                  <c:pt idx="253">
                    <c:v>653</c:v>
                  </c:pt>
                  <c:pt idx="254">
                    <c:v>654</c:v>
                  </c:pt>
                  <c:pt idx="255">
                    <c:v>655</c:v>
                  </c:pt>
                  <c:pt idx="256">
                    <c:v>656</c:v>
                  </c:pt>
                  <c:pt idx="257">
                    <c:v>657</c:v>
                  </c:pt>
                  <c:pt idx="258">
                    <c:v>658</c:v>
                  </c:pt>
                  <c:pt idx="259">
                    <c:v>659</c:v>
                  </c:pt>
                  <c:pt idx="260">
                    <c:v>660</c:v>
                  </c:pt>
                  <c:pt idx="261">
                    <c:v>661</c:v>
                  </c:pt>
                  <c:pt idx="262">
                    <c:v>662</c:v>
                  </c:pt>
                  <c:pt idx="263">
                    <c:v>663</c:v>
                  </c:pt>
                  <c:pt idx="264">
                    <c:v>664</c:v>
                  </c:pt>
                  <c:pt idx="265">
                    <c:v>665</c:v>
                  </c:pt>
                  <c:pt idx="266">
                    <c:v>666</c:v>
                  </c:pt>
                  <c:pt idx="267">
                    <c:v>667</c:v>
                  </c:pt>
                  <c:pt idx="268">
                    <c:v>668</c:v>
                  </c:pt>
                  <c:pt idx="269">
                    <c:v>669</c:v>
                  </c:pt>
                  <c:pt idx="270">
                    <c:v>670</c:v>
                  </c:pt>
                  <c:pt idx="271">
                    <c:v>671</c:v>
                  </c:pt>
                  <c:pt idx="272">
                    <c:v>672</c:v>
                  </c:pt>
                  <c:pt idx="273">
                    <c:v>673</c:v>
                  </c:pt>
                  <c:pt idx="274">
                    <c:v>674</c:v>
                  </c:pt>
                  <c:pt idx="275">
                    <c:v>675</c:v>
                  </c:pt>
                  <c:pt idx="276">
                    <c:v>676</c:v>
                  </c:pt>
                  <c:pt idx="277">
                    <c:v>677</c:v>
                  </c:pt>
                  <c:pt idx="278">
                    <c:v>678</c:v>
                  </c:pt>
                  <c:pt idx="279">
                    <c:v>679</c:v>
                  </c:pt>
                  <c:pt idx="280">
                    <c:v>680</c:v>
                  </c:pt>
                  <c:pt idx="281">
                    <c:v>681</c:v>
                  </c:pt>
                  <c:pt idx="282">
                    <c:v>682</c:v>
                  </c:pt>
                  <c:pt idx="283">
                    <c:v>683</c:v>
                  </c:pt>
                  <c:pt idx="284">
                    <c:v>684</c:v>
                  </c:pt>
                  <c:pt idx="285">
                    <c:v>685</c:v>
                  </c:pt>
                  <c:pt idx="286">
                    <c:v>686</c:v>
                  </c:pt>
                  <c:pt idx="287">
                    <c:v>687</c:v>
                  </c:pt>
                  <c:pt idx="288">
                    <c:v>688</c:v>
                  </c:pt>
                  <c:pt idx="289">
                    <c:v>689</c:v>
                  </c:pt>
                  <c:pt idx="290">
                    <c:v>690</c:v>
                  </c:pt>
                  <c:pt idx="291">
                    <c:v>691</c:v>
                  </c:pt>
                  <c:pt idx="292">
                    <c:v>692</c:v>
                  </c:pt>
                  <c:pt idx="293">
                    <c:v>693</c:v>
                  </c:pt>
                  <c:pt idx="294">
                    <c:v>694</c:v>
                  </c:pt>
                  <c:pt idx="295">
                    <c:v>695</c:v>
                  </c:pt>
                  <c:pt idx="296">
                    <c:v>696</c:v>
                  </c:pt>
                  <c:pt idx="297">
                    <c:v>697</c:v>
                  </c:pt>
                  <c:pt idx="298">
                    <c:v>698</c:v>
                  </c:pt>
                  <c:pt idx="299">
                    <c:v>699</c:v>
                  </c:pt>
                  <c:pt idx="300">
                    <c:v>700</c:v>
                  </c:pt>
                  <c:pt idx="301">
                    <c:v>701</c:v>
                  </c:pt>
                  <c:pt idx="302">
                    <c:v>702</c:v>
                  </c:pt>
                  <c:pt idx="303">
                    <c:v>703</c:v>
                  </c:pt>
                  <c:pt idx="304">
                    <c:v>704</c:v>
                  </c:pt>
                  <c:pt idx="305">
                    <c:v>705</c:v>
                  </c:pt>
                  <c:pt idx="306">
                    <c:v>706</c:v>
                  </c:pt>
                  <c:pt idx="307">
                    <c:v>707</c:v>
                  </c:pt>
                  <c:pt idx="308">
                    <c:v>708</c:v>
                  </c:pt>
                  <c:pt idx="309">
                    <c:v>709</c:v>
                  </c:pt>
                  <c:pt idx="310">
                    <c:v>710</c:v>
                  </c:pt>
                  <c:pt idx="311">
                    <c:v>711</c:v>
                  </c:pt>
                  <c:pt idx="312">
                    <c:v>712</c:v>
                  </c:pt>
                  <c:pt idx="313">
                    <c:v>713</c:v>
                  </c:pt>
                  <c:pt idx="314">
                    <c:v>714</c:v>
                  </c:pt>
                  <c:pt idx="315">
                    <c:v>715</c:v>
                  </c:pt>
                  <c:pt idx="316">
                    <c:v>716</c:v>
                  </c:pt>
                  <c:pt idx="317">
                    <c:v>717</c:v>
                  </c:pt>
                  <c:pt idx="318">
                    <c:v>718</c:v>
                  </c:pt>
                  <c:pt idx="319">
                    <c:v>719</c:v>
                  </c:pt>
                  <c:pt idx="320">
                    <c:v>720</c:v>
                  </c:pt>
                  <c:pt idx="321">
                    <c:v>721</c:v>
                  </c:pt>
                  <c:pt idx="322">
                    <c:v>722</c:v>
                  </c:pt>
                  <c:pt idx="323">
                    <c:v>723</c:v>
                  </c:pt>
                  <c:pt idx="324">
                    <c:v>724</c:v>
                  </c:pt>
                  <c:pt idx="325">
                    <c:v>725</c:v>
                  </c:pt>
                  <c:pt idx="326">
                    <c:v>726</c:v>
                  </c:pt>
                  <c:pt idx="327">
                    <c:v>727</c:v>
                  </c:pt>
                  <c:pt idx="328">
                    <c:v>728</c:v>
                  </c:pt>
                  <c:pt idx="329">
                    <c:v>729</c:v>
                  </c:pt>
                  <c:pt idx="330">
                    <c:v>730</c:v>
                  </c:pt>
                  <c:pt idx="331">
                    <c:v>731</c:v>
                  </c:pt>
                  <c:pt idx="332">
                    <c:v>732</c:v>
                  </c:pt>
                  <c:pt idx="333">
                    <c:v>733</c:v>
                  </c:pt>
                  <c:pt idx="334">
                    <c:v>734</c:v>
                  </c:pt>
                  <c:pt idx="335">
                    <c:v>735</c:v>
                  </c:pt>
                  <c:pt idx="336">
                    <c:v>736</c:v>
                  </c:pt>
                  <c:pt idx="337">
                    <c:v>737</c:v>
                  </c:pt>
                  <c:pt idx="338">
                    <c:v>738</c:v>
                  </c:pt>
                  <c:pt idx="339">
                    <c:v>739</c:v>
                  </c:pt>
                  <c:pt idx="340">
                    <c:v>740</c:v>
                  </c:pt>
                  <c:pt idx="341">
                    <c:v>741</c:v>
                  </c:pt>
                  <c:pt idx="342">
                    <c:v>742</c:v>
                  </c:pt>
                  <c:pt idx="343">
                    <c:v>743</c:v>
                  </c:pt>
                  <c:pt idx="344">
                    <c:v>744</c:v>
                  </c:pt>
                  <c:pt idx="345">
                    <c:v>745</c:v>
                  </c:pt>
                  <c:pt idx="346">
                    <c:v>746</c:v>
                  </c:pt>
                  <c:pt idx="347">
                    <c:v>747</c:v>
                  </c:pt>
                  <c:pt idx="348">
                    <c:v>748</c:v>
                  </c:pt>
                  <c:pt idx="349">
                    <c:v>749</c:v>
                  </c:pt>
                  <c:pt idx="350">
                    <c:v>750</c:v>
                  </c:pt>
                  <c:pt idx="351">
                    <c:v>751</c:v>
                  </c:pt>
                  <c:pt idx="352">
                    <c:v>752</c:v>
                  </c:pt>
                  <c:pt idx="353">
                    <c:v>753</c:v>
                  </c:pt>
                  <c:pt idx="354">
                    <c:v>754</c:v>
                  </c:pt>
                  <c:pt idx="355">
                    <c:v>755</c:v>
                  </c:pt>
                  <c:pt idx="356">
                    <c:v>756</c:v>
                  </c:pt>
                  <c:pt idx="357">
                    <c:v>757</c:v>
                  </c:pt>
                  <c:pt idx="358">
                    <c:v>758</c:v>
                  </c:pt>
                  <c:pt idx="359">
                    <c:v>759</c:v>
                  </c:pt>
                  <c:pt idx="360">
                    <c:v>760</c:v>
                  </c:pt>
                  <c:pt idx="361">
                    <c:v>761</c:v>
                  </c:pt>
                  <c:pt idx="362">
                    <c:v>762</c:v>
                  </c:pt>
                  <c:pt idx="363">
                    <c:v>763</c:v>
                  </c:pt>
                  <c:pt idx="364">
                    <c:v>764</c:v>
                  </c:pt>
                  <c:pt idx="365">
                    <c:v>765</c:v>
                  </c:pt>
                  <c:pt idx="366">
                    <c:v>766</c:v>
                  </c:pt>
                  <c:pt idx="367">
                    <c:v>767</c:v>
                  </c:pt>
                  <c:pt idx="368">
                    <c:v>768</c:v>
                  </c:pt>
                  <c:pt idx="369">
                    <c:v>769</c:v>
                  </c:pt>
                  <c:pt idx="370">
                    <c:v>770</c:v>
                  </c:pt>
                  <c:pt idx="371">
                    <c:v>771</c:v>
                  </c:pt>
                  <c:pt idx="372">
                    <c:v>772</c:v>
                  </c:pt>
                  <c:pt idx="373">
                    <c:v>773</c:v>
                  </c:pt>
                  <c:pt idx="374">
                    <c:v>774</c:v>
                  </c:pt>
                  <c:pt idx="375">
                    <c:v>775</c:v>
                  </c:pt>
                  <c:pt idx="376">
                    <c:v>776</c:v>
                  </c:pt>
                  <c:pt idx="377">
                    <c:v>777</c:v>
                  </c:pt>
                  <c:pt idx="378">
                    <c:v>778</c:v>
                  </c:pt>
                  <c:pt idx="379">
                    <c:v>779</c:v>
                  </c:pt>
                  <c:pt idx="380">
                    <c:v>780</c:v>
                  </c:pt>
                  <c:pt idx="381">
                    <c:v>781</c:v>
                  </c:pt>
                  <c:pt idx="382">
                    <c:v>782</c:v>
                  </c:pt>
                  <c:pt idx="383">
                    <c:v>783</c:v>
                  </c:pt>
                  <c:pt idx="384">
                    <c:v>784</c:v>
                  </c:pt>
                  <c:pt idx="385">
                    <c:v>785</c:v>
                  </c:pt>
                  <c:pt idx="386">
                    <c:v>786</c:v>
                  </c:pt>
                  <c:pt idx="387">
                    <c:v>787</c:v>
                  </c:pt>
                  <c:pt idx="388">
                    <c:v>788</c:v>
                  </c:pt>
                  <c:pt idx="389">
                    <c:v>789</c:v>
                  </c:pt>
                  <c:pt idx="390">
                    <c:v>790</c:v>
                  </c:pt>
                  <c:pt idx="391">
                    <c:v>791</c:v>
                  </c:pt>
                  <c:pt idx="392">
                    <c:v>792</c:v>
                  </c:pt>
                  <c:pt idx="393">
                    <c:v>793</c:v>
                  </c:pt>
                  <c:pt idx="394">
                    <c:v>794</c:v>
                  </c:pt>
                  <c:pt idx="395">
                    <c:v>795</c:v>
                  </c:pt>
                  <c:pt idx="396">
                    <c:v>796</c:v>
                  </c:pt>
                  <c:pt idx="397">
                    <c:v>797</c:v>
                  </c:pt>
                  <c:pt idx="398">
                    <c:v>798</c:v>
                  </c:pt>
                  <c:pt idx="399">
                    <c:v>799</c:v>
                  </c:pt>
                  <c:pt idx="400">
                    <c:v>800</c:v>
                  </c:pt>
                  <c:pt idx="401">
                    <c:v>801</c:v>
                  </c:pt>
                  <c:pt idx="402">
                    <c:v>802</c:v>
                  </c:pt>
                  <c:pt idx="403">
                    <c:v>803</c:v>
                  </c:pt>
                  <c:pt idx="404">
                    <c:v>804</c:v>
                  </c:pt>
                  <c:pt idx="405">
                    <c:v>805</c:v>
                  </c:pt>
                  <c:pt idx="406">
                    <c:v>806</c:v>
                  </c:pt>
                  <c:pt idx="407">
                    <c:v>807</c:v>
                  </c:pt>
                  <c:pt idx="408">
                    <c:v>808</c:v>
                  </c:pt>
                  <c:pt idx="409">
                    <c:v>809</c:v>
                  </c:pt>
                  <c:pt idx="410">
                    <c:v>810</c:v>
                  </c:pt>
                  <c:pt idx="411">
                    <c:v>811</c:v>
                  </c:pt>
                  <c:pt idx="412">
                    <c:v>812</c:v>
                  </c:pt>
                  <c:pt idx="413">
                    <c:v>813</c:v>
                  </c:pt>
                  <c:pt idx="414">
                    <c:v>814</c:v>
                  </c:pt>
                  <c:pt idx="415">
                    <c:v>815</c:v>
                  </c:pt>
                  <c:pt idx="416">
                    <c:v>816</c:v>
                  </c:pt>
                  <c:pt idx="417">
                    <c:v>817</c:v>
                  </c:pt>
                  <c:pt idx="418">
                    <c:v>818</c:v>
                  </c:pt>
                  <c:pt idx="419">
                    <c:v>819</c:v>
                  </c:pt>
                  <c:pt idx="420">
                    <c:v>820</c:v>
                  </c:pt>
                  <c:pt idx="421">
                    <c:v>821</c:v>
                  </c:pt>
                  <c:pt idx="422">
                    <c:v>822</c:v>
                  </c:pt>
                  <c:pt idx="423">
                    <c:v>823</c:v>
                  </c:pt>
                  <c:pt idx="424">
                    <c:v>824</c:v>
                  </c:pt>
                  <c:pt idx="425">
                    <c:v>825</c:v>
                  </c:pt>
                  <c:pt idx="426">
                    <c:v>826</c:v>
                  </c:pt>
                  <c:pt idx="427">
                    <c:v>827</c:v>
                  </c:pt>
                  <c:pt idx="428">
                    <c:v>828</c:v>
                  </c:pt>
                  <c:pt idx="429">
                    <c:v>829</c:v>
                  </c:pt>
                  <c:pt idx="430">
                    <c:v>830</c:v>
                  </c:pt>
                  <c:pt idx="431">
                    <c:v>831</c:v>
                  </c:pt>
                  <c:pt idx="432">
                    <c:v>832</c:v>
                  </c:pt>
                  <c:pt idx="433">
                    <c:v>833</c:v>
                  </c:pt>
                  <c:pt idx="434">
                    <c:v>834</c:v>
                  </c:pt>
                  <c:pt idx="435">
                    <c:v>835</c:v>
                  </c:pt>
                  <c:pt idx="436">
                    <c:v>836</c:v>
                  </c:pt>
                  <c:pt idx="437">
                    <c:v>837</c:v>
                  </c:pt>
                  <c:pt idx="438">
                    <c:v>838</c:v>
                  </c:pt>
                  <c:pt idx="439">
                    <c:v>839</c:v>
                  </c:pt>
                  <c:pt idx="440">
                    <c:v>840</c:v>
                  </c:pt>
                  <c:pt idx="441">
                    <c:v>841</c:v>
                  </c:pt>
                  <c:pt idx="442">
                    <c:v>842</c:v>
                  </c:pt>
                  <c:pt idx="443">
                    <c:v>843</c:v>
                  </c:pt>
                  <c:pt idx="444">
                    <c:v>844</c:v>
                  </c:pt>
                  <c:pt idx="445">
                    <c:v>845</c:v>
                  </c:pt>
                  <c:pt idx="446">
                    <c:v>846</c:v>
                  </c:pt>
                  <c:pt idx="447">
                    <c:v>847</c:v>
                  </c:pt>
                  <c:pt idx="448">
                    <c:v>848</c:v>
                  </c:pt>
                  <c:pt idx="449">
                    <c:v>849</c:v>
                  </c:pt>
                  <c:pt idx="450">
                    <c:v>850</c:v>
                  </c:pt>
                  <c:pt idx="451">
                    <c:v>851</c:v>
                  </c:pt>
                  <c:pt idx="452">
                    <c:v>852</c:v>
                  </c:pt>
                  <c:pt idx="453">
                    <c:v>853</c:v>
                  </c:pt>
                  <c:pt idx="454">
                    <c:v>854</c:v>
                  </c:pt>
                  <c:pt idx="455">
                    <c:v>855</c:v>
                  </c:pt>
                  <c:pt idx="456">
                    <c:v>856</c:v>
                  </c:pt>
                  <c:pt idx="457">
                    <c:v>857</c:v>
                  </c:pt>
                  <c:pt idx="458">
                    <c:v>858</c:v>
                  </c:pt>
                  <c:pt idx="459">
                    <c:v>859</c:v>
                  </c:pt>
                  <c:pt idx="460">
                    <c:v>860</c:v>
                  </c:pt>
                  <c:pt idx="461">
                    <c:v>861</c:v>
                  </c:pt>
                  <c:pt idx="462">
                    <c:v>862</c:v>
                  </c:pt>
                  <c:pt idx="463">
                    <c:v>863</c:v>
                  </c:pt>
                  <c:pt idx="464">
                    <c:v>864</c:v>
                  </c:pt>
                  <c:pt idx="465">
                    <c:v>865</c:v>
                  </c:pt>
                  <c:pt idx="466">
                    <c:v>866</c:v>
                  </c:pt>
                  <c:pt idx="467">
                    <c:v>867</c:v>
                  </c:pt>
                  <c:pt idx="468">
                    <c:v>868</c:v>
                  </c:pt>
                  <c:pt idx="469">
                    <c:v>869</c:v>
                  </c:pt>
                  <c:pt idx="470">
                    <c:v>870</c:v>
                  </c:pt>
                  <c:pt idx="471">
                    <c:v>871</c:v>
                  </c:pt>
                  <c:pt idx="472">
                    <c:v>872</c:v>
                  </c:pt>
                  <c:pt idx="473">
                    <c:v>873</c:v>
                  </c:pt>
                  <c:pt idx="474">
                    <c:v>874</c:v>
                  </c:pt>
                  <c:pt idx="475">
                    <c:v>875</c:v>
                  </c:pt>
                  <c:pt idx="476">
                    <c:v>876</c:v>
                  </c:pt>
                  <c:pt idx="477">
                    <c:v>877</c:v>
                  </c:pt>
                  <c:pt idx="478">
                    <c:v>878</c:v>
                  </c:pt>
                  <c:pt idx="479">
                    <c:v>879</c:v>
                  </c:pt>
                  <c:pt idx="480">
                    <c:v>880</c:v>
                  </c:pt>
                  <c:pt idx="481">
                    <c:v>881</c:v>
                  </c:pt>
                  <c:pt idx="482">
                    <c:v>882</c:v>
                  </c:pt>
                  <c:pt idx="483">
                    <c:v>883</c:v>
                  </c:pt>
                  <c:pt idx="484">
                    <c:v>884</c:v>
                  </c:pt>
                  <c:pt idx="485">
                    <c:v>885</c:v>
                  </c:pt>
                  <c:pt idx="486">
                    <c:v>886</c:v>
                  </c:pt>
                  <c:pt idx="487">
                    <c:v>887</c:v>
                  </c:pt>
                  <c:pt idx="488">
                    <c:v>888</c:v>
                  </c:pt>
                  <c:pt idx="489">
                    <c:v>889</c:v>
                  </c:pt>
                  <c:pt idx="490">
                    <c:v>890</c:v>
                  </c:pt>
                  <c:pt idx="491">
                    <c:v>891</c:v>
                  </c:pt>
                  <c:pt idx="492">
                    <c:v>892</c:v>
                  </c:pt>
                  <c:pt idx="493">
                    <c:v>893</c:v>
                  </c:pt>
                  <c:pt idx="494">
                    <c:v>894</c:v>
                  </c:pt>
                  <c:pt idx="495">
                    <c:v>895</c:v>
                  </c:pt>
                  <c:pt idx="496">
                    <c:v>896</c:v>
                  </c:pt>
                  <c:pt idx="497">
                    <c:v>897</c:v>
                  </c:pt>
                  <c:pt idx="498">
                    <c:v>898</c:v>
                  </c:pt>
                  <c:pt idx="499">
                    <c:v>899</c:v>
                  </c:pt>
                  <c:pt idx="500">
                    <c:v>900</c:v>
                  </c:pt>
                  <c:pt idx="501">
                    <c:v>901</c:v>
                  </c:pt>
                  <c:pt idx="502">
                    <c:v>902</c:v>
                  </c:pt>
                  <c:pt idx="503">
                    <c:v>903</c:v>
                  </c:pt>
                  <c:pt idx="504">
                    <c:v>904</c:v>
                  </c:pt>
                  <c:pt idx="505">
                    <c:v>905</c:v>
                  </c:pt>
                  <c:pt idx="506">
                    <c:v>906</c:v>
                  </c:pt>
                  <c:pt idx="507">
                    <c:v>907</c:v>
                  </c:pt>
                  <c:pt idx="508">
                    <c:v>908</c:v>
                  </c:pt>
                  <c:pt idx="509">
                    <c:v>909</c:v>
                  </c:pt>
                  <c:pt idx="510">
                    <c:v>910</c:v>
                  </c:pt>
                  <c:pt idx="511">
                    <c:v>911</c:v>
                  </c:pt>
                  <c:pt idx="512">
                    <c:v>912</c:v>
                  </c:pt>
                  <c:pt idx="513">
                    <c:v>913</c:v>
                  </c:pt>
                  <c:pt idx="514">
                    <c:v>914</c:v>
                  </c:pt>
                  <c:pt idx="515">
                    <c:v>915</c:v>
                  </c:pt>
                  <c:pt idx="516">
                    <c:v>916</c:v>
                  </c:pt>
                  <c:pt idx="517">
                    <c:v>917</c:v>
                  </c:pt>
                  <c:pt idx="518">
                    <c:v>918</c:v>
                  </c:pt>
                  <c:pt idx="519">
                    <c:v>919</c:v>
                  </c:pt>
                  <c:pt idx="520">
                    <c:v>920</c:v>
                  </c:pt>
                  <c:pt idx="521">
                    <c:v>921</c:v>
                  </c:pt>
                  <c:pt idx="522">
                    <c:v>922</c:v>
                  </c:pt>
                  <c:pt idx="523">
                    <c:v>923</c:v>
                  </c:pt>
                  <c:pt idx="524">
                    <c:v>924</c:v>
                  </c:pt>
                  <c:pt idx="525">
                    <c:v>925</c:v>
                  </c:pt>
                  <c:pt idx="526">
                    <c:v>926</c:v>
                  </c:pt>
                  <c:pt idx="527">
                    <c:v>927</c:v>
                  </c:pt>
                  <c:pt idx="528">
                    <c:v>928</c:v>
                  </c:pt>
                  <c:pt idx="529">
                    <c:v>929</c:v>
                  </c:pt>
                  <c:pt idx="530">
                    <c:v>930</c:v>
                  </c:pt>
                  <c:pt idx="531">
                    <c:v>931</c:v>
                  </c:pt>
                  <c:pt idx="532">
                    <c:v>932</c:v>
                  </c:pt>
                  <c:pt idx="533">
                    <c:v>933</c:v>
                  </c:pt>
                  <c:pt idx="534">
                    <c:v>934</c:v>
                  </c:pt>
                  <c:pt idx="535">
                    <c:v>935</c:v>
                  </c:pt>
                  <c:pt idx="536">
                    <c:v>936</c:v>
                  </c:pt>
                  <c:pt idx="537">
                    <c:v>937</c:v>
                  </c:pt>
                  <c:pt idx="538">
                    <c:v>938</c:v>
                  </c:pt>
                  <c:pt idx="539">
                    <c:v>939</c:v>
                  </c:pt>
                  <c:pt idx="540">
                    <c:v>940</c:v>
                  </c:pt>
                  <c:pt idx="541">
                    <c:v>941</c:v>
                  </c:pt>
                  <c:pt idx="542">
                    <c:v>942</c:v>
                  </c:pt>
                  <c:pt idx="543">
                    <c:v>943</c:v>
                  </c:pt>
                  <c:pt idx="544">
                    <c:v>944</c:v>
                  </c:pt>
                  <c:pt idx="545">
                    <c:v>945</c:v>
                  </c:pt>
                  <c:pt idx="546">
                    <c:v>946</c:v>
                  </c:pt>
                  <c:pt idx="547">
                    <c:v>947</c:v>
                  </c:pt>
                  <c:pt idx="548">
                    <c:v>948</c:v>
                  </c:pt>
                  <c:pt idx="549">
                    <c:v>949</c:v>
                  </c:pt>
                  <c:pt idx="550">
                    <c:v>950</c:v>
                  </c:pt>
                  <c:pt idx="551">
                    <c:v>951</c:v>
                  </c:pt>
                  <c:pt idx="552">
                    <c:v>952</c:v>
                  </c:pt>
                  <c:pt idx="553">
                    <c:v>953</c:v>
                  </c:pt>
                  <c:pt idx="554">
                    <c:v>954</c:v>
                  </c:pt>
                  <c:pt idx="555">
                    <c:v>955</c:v>
                  </c:pt>
                  <c:pt idx="556">
                    <c:v>956</c:v>
                  </c:pt>
                  <c:pt idx="557">
                    <c:v>957</c:v>
                  </c:pt>
                  <c:pt idx="558">
                    <c:v>958</c:v>
                  </c:pt>
                  <c:pt idx="559">
                    <c:v>959</c:v>
                  </c:pt>
                  <c:pt idx="560">
                    <c:v>960</c:v>
                  </c:pt>
                  <c:pt idx="561">
                    <c:v>961</c:v>
                  </c:pt>
                  <c:pt idx="562">
                    <c:v>962</c:v>
                  </c:pt>
                  <c:pt idx="563">
                    <c:v>963</c:v>
                  </c:pt>
                  <c:pt idx="564">
                    <c:v>964</c:v>
                  </c:pt>
                  <c:pt idx="565">
                    <c:v>965</c:v>
                  </c:pt>
                  <c:pt idx="566">
                    <c:v>966</c:v>
                  </c:pt>
                  <c:pt idx="567">
                    <c:v>967</c:v>
                  </c:pt>
                  <c:pt idx="568">
                    <c:v>968</c:v>
                  </c:pt>
                  <c:pt idx="569">
                    <c:v>969</c:v>
                  </c:pt>
                  <c:pt idx="570">
                    <c:v>970</c:v>
                  </c:pt>
                  <c:pt idx="571">
                    <c:v>971</c:v>
                  </c:pt>
                  <c:pt idx="572">
                    <c:v>972</c:v>
                  </c:pt>
                  <c:pt idx="573">
                    <c:v>973</c:v>
                  </c:pt>
                  <c:pt idx="574">
                    <c:v>974</c:v>
                  </c:pt>
                  <c:pt idx="575">
                    <c:v>975</c:v>
                  </c:pt>
                  <c:pt idx="576">
                    <c:v>976</c:v>
                  </c:pt>
                  <c:pt idx="577">
                    <c:v>977</c:v>
                  </c:pt>
                  <c:pt idx="578">
                    <c:v>978</c:v>
                  </c:pt>
                  <c:pt idx="579">
                    <c:v>979</c:v>
                  </c:pt>
                  <c:pt idx="580">
                    <c:v>980</c:v>
                  </c:pt>
                  <c:pt idx="581">
                    <c:v>981</c:v>
                  </c:pt>
                  <c:pt idx="582">
                    <c:v>982</c:v>
                  </c:pt>
                  <c:pt idx="583">
                    <c:v>983</c:v>
                  </c:pt>
                  <c:pt idx="584">
                    <c:v>984</c:v>
                  </c:pt>
                  <c:pt idx="585">
                    <c:v>985</c:v>
                  </c:pt>
                  <c:pt idx="586">
                    <c:v>986</c:v>
                  </c:pt>
                  <c:pt idx="587">
                    <c:v>987</c:v>
                  </c:pt>
                  <c:pt idx="588">
                    <c:v>988</c:v>
                  </c:pt>
                  <c:pt idx="589">
                    <c:v>989</c:v>
                  </c:pt>
                  <c:pt idx="590">
                    <c:v>990</c:v>
                  </c:pt>
                  <c:pt idx="591">
                    <c:v>991</c:v>
                  </c:pt>
                  <c:pt idx="592">
                    <c:v>992</c:v>
                  </c:pt>
                  <c:pt idx="593">
                    <c:v>993</c:v>
                  </c:pt>
                  <c:pt idx="594">
                    <c:v>994</c:v>
                  </c:pt>
                  <c:pt idx="595">
                    <c:v>995</c:v>
                  </c:pt>
                  <c:pt idx="596">
                    <c:v>996</c:v>
                  </c:pt>
                  <c:pt idx="597">
                    <c:v>997</c:v>
                  </c:pt>
                  <c:pt idx="598">
                    <c:v>998</c:v>
                  </c:pt>
                  <c:pt idx="599">
                    <c:v>999</c:v>
                  </c:pt>
                  <c:pt idx="600">
                    <c:v>1000</c:v>
                  </c:pt>
                  <c:pt idx="601">
                    <c:v>1001</c:v>
                  </c:pt>
                  <c:pt idx="602">
                    <c:v>1002</c:v>
                  </c:pt>
                  <c:pt idx="603">
                    <c:v>1003</c:v>
                  </c:pt>
                  <c:pt idx="604">
                    <c:v>1004</c:v>
                  </c:pt>
                  <c:pt idx="605">
                    <c:v>1005</c:v>
                  </c:pt>
                  <c:pt idx="606">
                    <c:v>1006</c:v>
                  </c:pt>
                  <c:pt idx="607">
                    <c:v>1007</c:v>
                  </c:pt>
                  <c:pt idx="608">
                    <c:v>1008</c:v>
                  </c:pt>
                  <c:pt idx="609">
                    <c:v>1009</c:v>
                  </c:pt>
                  <c:pt idx="610">
                    <c:v>1010</c:v>
                  </c:pt>
                  <c:pt idx="611">
                    <c:v>1011</c:v>
                  </c:pt>
                  <c:pt idx="612">
                    <c:v>1012</c:v>
                  </c:pt>
                  <c:pt idx="613">
                    <c:v>1013</c:v>
                  </c:pt>
                  <c:pt idx="614">
                    <c:v>1014</c:v>
                  </c:pt>
                  <c:pt idx="615">
                    <c:v>1015</c:v>
                  </c:pt>
                  <c:pt idx="616">
                    <c:v>1016</c:v>
                  </c:pt>
                  <c:pt idx="617">
                    <c:v>1017</c:v>
                  </c:pt>
                  <c:pt idx="618">
                    <c:v>1018</c:v>
                  </c:pt>
                  <c:pt idx="619">
                    <c:v>1019</c:v>
                  </c:pt>
                  <c:pt idx="620">
                    <c:v>1020</c:v>
                  </c:pt>
                  <c:pt idx="621">
                    <c:v>1021</c:v>
                  </c:pt>
                  <c:pt idx="622">
                    <c:v>1022</c:v>
                  </c:pt>
                  <c:pt idx="623">
                    <c:v>1023</c:v>
                  </c:pt>
                  <c:pt idx="624">
                    <c:v>1024</c:v>
                  </c:pt>
                  <c:pt idx="625">
                    <c:v>1025</c:v>
                  </c:pt>
                  <c:pt idx="626">
                    <c:v>1026</c:v>
                  </c:pt>
                  <c:pt idx="627">
                    <c:v>1027</c:v>
                  </c:pt>
                  <c:pt idx="628">
                    <c:v>1028</c:v>
                  </c:pt>
                  <c:pt idx="629">
                    <c:v>1029</c:v>
                  </c:pt>
                  <c:pt idx="630">
                    <c:v>1030</c:v>
                  </c:pt>
                  <c:pt idx="631">
                    <c:v>1031</c:v>
                  </c:pt>
                  <c:pt idx="632">
                    <c:v>1032</c:v>
                  </c:pt>
                  <c:pt idx="633">
                    <c:v>1033</c:v>
                  </c:pt>
                  <c:pt idx="634">
                    <c:v>1034</c:v>
                  </c:pt>
                  <c:pt idx="635">
                    <c:v>1035</c:v>
                  </c:pt>
                  <c:pt idx="636">
                    <c:v>1036</c:v>
                  </c:pt>
                  <c:pt idx="637">
                    <c:v>1037</c:v>
                  </c:pt>
                  <c:pt idx="638">
                    <c:v>1038</c:v>
                  </c:pt>
                  <c:pt idx="639">
                    <c:v>1039</c:v>
                  </c:pt>
                  <c:pt idx="640">
                    <c:v>1040</c:v>
                  </c:pt>
                  <c:pt idx="641">
                    <c:v>1041</c:v>
                  </c:pt>
                  <c:pt idx="642">
                    <c:v>1042</c:v>
                  </c:pt>
                  <c:pt idx="643">
                    <c:v>1043</c:v>
                  </c:pt>
                  <c:pt idx="644">
                    <c:v>1044</c:v>
                  </c:pt>
                  <c:pt idx="645">
                    <c:v>1045</c:v>
                  </c:pt>
                  <c:pt idx="646">
                    <c:v>1046</c:v>
                  </c:pt>
                  <c:pt idx="647">
                    <c:v>1047</c:v>
                  </c:pt>
                  <c:pt idx="648">
                    <c:v>1048</c:v>
                  </c:pt>
                  <c:pt idx="649">
                    <c:v>1049</c:v>
                  </c:pt>
                  <c:pt idx="650">
                    <c:v>1050</c:v>
                  </c:pt>
                  <c:pt idx="651">
                    <c:v>1051</c:v>
                  </c:pt>
                  <c:pt idx="652">
                    <c:v>1052</c:v>
                  </c:pt>
                  <c:pt idx="653">
                    <c:v>1053</c:v>
                  </c:pt>
                  <c:pt idx="654">
                    <c:v>1054</c:v>
                  </c:pt>
                  <c:pt idx="655">
                    <c:v>1055</c:v>
                  </c:pt>
                  <c:pt idx="656">
                    <c:v>1056</c:v>
                  </c:pt>
                  <c:pt idx="657">
                    <c:v>1057</c:v>
                  </c:pt>
                  <c:pt idx="658">
                    <c:v>1058</c:v>
                  </c:pt>
                  <c:pt idx="659">
                    <c:v>1059</c:v>
                  </c:pt>
                  <c:pt idx="660">
                    <c:v>1060</c:v>
                  </c:pt>
                  <c:pt idx="661">
                    <c:v>1061</c:v>
                  </c:pt>
                  <c:pt idx="662">
                    <c:v>1062</c:v>
                  </c:pt>
                  <c:pt idx="663">
                    <c:v>1063</c:v>
                  </c:pt>
                  <c:pt idx="664">
                    <c:v>1064</c:v>
                  </c:pt>
                  <c:pt idx="665">
                    <c:v>1065</c:v>
                  </c:pt>
                  <c:pt idx="666">
                    <c:v>1066</c:v>
                  </c:pt>
                  <c:pt idx="667">
                    <c:v>1067</c:v>
                  </c:pt>
                  <c:pt idx="668">
                    <c:v>1068</c:v>
                  </c:pt>
                  <c:pt idx="669">
                    <c:v>1069</c:v>
                  </c:pt>
                  <c:pt idx="670">
                    <c:v>1070</c:v>
                  </c:pt>
                  <c:pt idx="671">
                    <c:v>1071</c:v>
                  </c:pt>
                  <c:pt idx="672">
                    <c:v>1072</c:v>
                  </c:pt>
                  <c:pt idx="673">
                    <c:v>1073</c:v>
                  </c:pt>
                  <c:pt idx="674">
                    <c:v>1074</c:v>
                  </c:pt>
                  <c:pt idx="675">
                    <c:v>1075</c:v>
                  </c:pt>
                  <c:pt idx="676">
                    <c:v>1076</c:v>
                  </c:pt>
                  <c:pt idx="677">
                    <c:v>1077</c:v>
                  </c:pt>
                  <c:pt idx="678">
                    <c:v>1078</c:v>
                  </c:pt>
                  <c:pt idx="679">
                    <c:v>1079</c:v>
                  </c:pt>
                  <c:pt idx="680">
                    <c:v>1080</c:v>
                  </c:pt>
                  <c:pt idx="681">
                    <c:v>1081</c:v>
                  </c:pt>
                  <c:pt idx="682">
                    <c:v>1082</c:v>
                  </c:pt>
                  <c:pt idx="683">
                    <c:v>1083</c:v>
                  </c:pt>
                  <c:pt idx="684">
                    <c:v>1084</c:v>
                  </c:pt>
                  <c:pt idx="685">
                    <c:v>1085</c:v>
                  </c:pt>
                  <c:pt idx="686">
                    <c:v>1086</c:v>
                  </c:pt>
                  <c:pt idx="687">
                    <c:v>1087</c:v>
                  </c:pt>
                  <c:pt idx="688">
                    <c:v>1088</c:v>
                  </c:pt>
                  <c:pt idx="689">
                    <c:v>1089</c:v>
                  </c:pt>
                  <c:pt idx="690">
                    <c:v>1090</c:v>
                  </c:pt>
                  <c:pt idx="691">
                    <c:v>1091</c:v>
                  </c:pt>
                  <c:pt idx="692">
                    <c:v>1092</c:v>
                  </c:pt>
                  <c:pt idx="693">
                    <c:v>1093</c:v>
                  </c:pt>
                  <c:pt idx="694">
                    <c:v>1094</c:v>
                  </c:pt>
                  <c:pt idx="695">
                    <c:v>1095</c:v>
                  </c:pt>
                  <c:pt idx="696">
                    <c:v>1096</c:v>
                  </c:pt>
                  <c:pt idx="697">
                    <c:v>1097</c:v>
                  </c:pt>
                  <c:pt idx="698">
                    <c:v>1098</c:v>
                  </c:pt>
                  <c:pt idx="699">
                    <c:v>1099</c:v>
                  </c:pt>
                  <c:pt idx="700">
                    <c:v>1100</c:v>
                  </c:pt>
                </c:lvl>
              </c:multiLvlStrCache>
            </c:multiLvlStrRef>
          </c:cat>
          <c:val>
            <c:numRef>
              <c:f>Sheet1!$B$2:$B$702</c:f>
              <c:numCache>
                <c:formatCode>General</c:formatCode>
                <c:ptCount val="701"/>
                <c:pt idx="0">
                  <c:v>11.183954769607166</c:v>
                </c:pt>
                <c:pt idx="1">
                  <c:v>11.091483121491857</c:v>
                </c:pt>
                <c:pt idx="2">
                  <c:v>10.99487576958491</c:v>
                </c:pt>
                <c:pt idx="3">
                  <c:v>10.894332016239886</c:v>
                </c:pt>
                <c:pt idx="4">
                  <c:v>10.790054215402593</c:v>
                </c:pt>
                <c:pt idx="5">
                  <c:v>10.68224733376919</c:v>
                </c:pt>
                <c:pt idx="6">
                  <c:v>10.571118527427863</c:v>
                </c:pt>
                <c:pt idx="7">
                  <c:v>10.45687673071487</c:v>
                </c:pt>
                <c:pt idx="8">
                  <c:v>10.339732256670546</c:v>
                </c:pt>
                <c:pt idx="9">
                  <c:v>10.219896410734519</c:v>
                </c:pt>
                <c:pt idx="10">
                  <c:v>10.0975811163096</c:v>
                </c:pt>
                <c:pt idx="11">
                  <c:v>9.972998550407825</c:v>
                </c:pt>
                <c:pt idx="12">
                  <c:v>9.846360789671344</c:v>
                </c:pt>
                <c:pt idx="13">
                  <c:v>9.717879468336847</c:v>
                </c:pt>
                <c:pt idx="14">
                  <c:v>9.587765445579507</c:v>
                </c:pt>
                <c:pt idx="15">
                  <c:v>9.456228481932133</c:v>
                </c:pt>
                <c:pt idx="16">
                  <c:v>9.323476926255156</c:v>
                </c:pt>
                <c:pt idx="17">
                  <c:v>9.189717412853</c:v>
                </c:pt>
                <c:pt idx="18">
                  <c:v>9.055154567331247</c:v>
                </c:pt>
                <c:pt idx="19">
                  <c:v>8.919990721611825</c:v>
                </c:pt>
                <c:pt idx="20">
                  <c:v>8.784425639816405</c:v>
                </c:pt>
                <c:pt idx="21">
                  <c:v>8.648656253309987</c:v>
                </c:pt>
                <c:pt idx="22">
                  <c:v>8.51287640483632</c:v>
                </c:pt>
                <c:pt idx="23">
                  <c:v>8.377276602974531</c:v>
                </c:pt>
                <c:pt idx="24">
                  <c:v>8.242043787182695</c:v>
                </c:pt>
                <c:pt idx="25">
                  <c:v>8.107361102374995</c:v>
                </c:pt>
                <c:pt idx="26">
                  <c:v>7.973407683493952</c:v>
                </c:pt>
                <c:pt idx="27">
                  <c:v>7.840358451561056</c:v>
                </c:pt>
                <c:pt idx="28">
                  <c:v>7.708383920213779</c:v>
                </c:pt>
                <c:pt idx="29">
                  <c:v>7.577650012701554</c:v>
                </c:pt>
                <c:pt idx="30">
                  <c:v>7.448317890218379</c:v>
                </c:pt>
                <c:pt idx="31">
                  <c:v>7.320543792074971</c:v>
                </c:pt>
                <c:pt idx="32">
                  <c:v>7.194478886904376</c:v>
                </c:pt>
                <c:pt idx="33">
                  <c:v>7.070269135231477</c:v>
                </c:pt>
                <c:pt idx="34">
                  <c:v>6.948055164425542</c:v>
                </c:pt>
                <c:pt idx="35">
                  <c:v>6.827972155465371</c:v>
                </c:pt>
                <c:pt idx="36">
                  <c:v>6.710149741376941</c:v>
                </c:pt>
                <c:pt idx="37">
                  <c:v>6.594711917799207</c:v>
                </c:pt>
                <c:pt idx="38">
                  <c:v>6.481776966063005</c:v>
                </c:pt>
                <c:pt idx="39">
                  <c:v>6.3714573880954655</c:v>
                </c:pt>
                <c:pt idx="40">
                  <c:v>6.2638598532363</c:v>
                </c:pt>
                <c:pt idx="41">
                  <c:v>6.159085157425542</c:v>
                </c:pt>
                <c:pt idx="42">
                  <c:v>6.057228194340129</c:v>
                </c:pt>
                <c:pt idx="43">
                  <c:v>5.958377938161898</c:v>
                </c:pt>
                <c:pt idx="44">
                  <c:v>5.862617438026793</c:v>
                </c:pt>
                <c:pt idx="45">
                  <c:v>5.736474250488461</c:v>
                </c:pt>
                <c:pt idx="46">
                  <c:v>5.617748065852257</c:v>
                </c:pt>
                <c:pt idx="47">
                  <c:v>5.50653314933381</c:v>
                </c:pt>
                <c:pt idx="48">
                  <c:v>5.402911696173271</c:v>
                </c:pt>
                <c:pt idx="49">
                  <c:v>5.314669742843326</c:v>
                </c:pt>
                <c:pt idx="50">
                  <c:v>5.240428163076192</c:v>
                </c:pt>
                <c:pt idx="51">
                  <c:v>5.1785562666867815</c:v>
                </c:pt>
                <c:pt idx="52">
                  <c:v>5.127190024491437</c:v>
                </c:pt>
                <c:pt idx="53">
                  <c:v>5.0856389476150055</c:v>
                </c:pt>
                <c:pt idx="54">
                  <c:v>5.045502329315541</c:v>
                </c:pt>
                <c:pt idx="55">
                  <c:v>5.0047946186183205</c:v>
                </c:pt>
                <c:pt idx="56">
                  <c:v>4.965394679075985</c:v>
                </c:pt>
                <c:pt idx="57">
                  <c:v>4.930034984616912</c:v>
                </c:pt>
                <c:pt idx="58">
                  <c:v>4.897381535051747</c:v>
                </c:pt>
                <c:pt idx="59">
                  <c:v>4.864507801879428</c:v>
                </c:pt>
                <c:pt idx="60">
                  <c:v>4.831878394368187</c:v>
                </c:pt>
                <c:pt idx="61">
                  <c:v>4.8015004383264515</c:v>
                </c:pt>
                <c:pt idx="62">
                  <c:v>4.773531980662147</c:v>
                </c:pt>
                <c:pt idx="63">
                  <c:v>4.747586847009256</c:v>
                </c:pt>
                <c:pt idx="64">
                  <c:v>4.723721035076962</c:v>
                </c:pt>
                <c:pt idx="65">
                  <c:v>4.701354204311724</c:v>
                </c:pt>
                <c:pt idx="66">
                  <c:v>4.6804523278504515</c:v>
                </c:pt>
                <c:pt idx="67">
                  <c:v>4.662754715108145</c:v>
                </c:pt>
                <c:pt idx="68">
                  <c:v>4.649073595575137</c:v>
                </c:pt>
                <c:pt idx="69">
                  <c:v>4.6373937276097195</c:v>
                </c:pt>
                <c:pt idx="70">
                  <c:v>4.626058293043866</c:v>
                </c:pt>
                <c:pt idx="71">
                  <c:v>4.6164764195206915</c:v>
                </c:pt>
                <c:pt idx="72">
                  <c:v>4.610714936112098</c:v>
                </c:pt>
                <c:pt idx="73">
                  <c:v>4.609043789823902</c:v>
                </c:pt>
                <c:pt idx="74">
                  <c:v>4.6104378868630915</c:v>
                </c:pt>
                <c:pt idx="75">
                  <c:v>4.613683358635375</c:v>
                </c:pt>
                <c:pt idx="76">
                  <c:v>4.618666753997891</c:v>
                </c:pt>
                <c:pt idx="77">
                  <c:v>4.626976133553874</c:v>
                </c:pt>
                <c:pt idx="78">
                  <c:v>4.639908542330312</c:v>
                </c:pt>
                <c:pt idx="79">
                  <c:v>4.656192263281385</c:v>
                </c:pt>
                <c:pt idx="80">
                  <c:v>4.673025628562035</c:v>
                </c:pt>
                <c:pt idx="81">
                  <c:v>4.690188197532061</c:v>
                </c:pt>
                <c:pt idx="82">
                  <c:v>4.711102440480031</c:v>
                </c:pt>
                <c:pt idx="83">
                  <c:v>4.737694573554255</c:v>
                </c:pt>
                <c:pt idx="84">
                  <c:v>4.767953501097753</c:v>
                </c:pt>
                <c:pt idx="85">
                  <c:v>4.799989457960285</c:v>
                </c:pt>
                <c:pt idx="86">
                  <c:v>4.833969927632392</c:v>
                </c:pt>
                <c:pt idx="87">
                  <c:v>4.8704406419275115</c:v>
                </c:pt>
                <c:pt idx="88">
                  <c:v>4.910799999343558</c:v>
                </c:pt>
                <c:pt idx="89">
                  <c:v>4.956459830871599</c:v>
                </c:pt>
                <c:pt idx="90">
                  <c:v>5.005646081792942</c:v>
                </c:pt>
                <c:pt idx="91">
                  <c:v>5.055386623917726</c:v>
                </c:pt>
                <c:pt idx="92">
                  <c:v>5.106236576347381</c:v>
                </c:pt>
                <c:pt idx="93">
                  <c:v>5.160773554918529</c:v>
                </c:pt>
                <c:pt idx="94">
                  <c:v>5.219365106917957</c:v>
                </c:pt>
                <c:pt idx="95">
                  <c:v>5.280643757131753</c:v>
                </c:pt>
                <c:pt idx="96">
                  <c:v>5.343522854944468</c:v>
                </c:pt>
                <c:pt idx="97">
                  <c:v>5.407246122569632</c:v>
                </c:pt>
                <c:pt idx="98">
                  <c:v>5.473089698485592</c:v>
                </c:pt>
                <c:pt idx="99">
                  <c:v>5.545308343190435</c:v>
                </c:pt>
                <c:pt idx="100">
                  <c:v>5.624362276069072</c:v>
                </c:pt>
                <c:pt idx="101">
                  <c:v>5.702703341164182</c:v>
                </c:pt>
                <c:pt idx="102">
                  <c:v>5.775586917431716</c:v>
                </c:pt>
                <c:pt idx="103">
                  <c:v>5.848658412806356</c:v>
                </c:pt>
                <c:pt idx="104">
                  <c:v>5.927837366482088</c:v>
                </c:pt>
                <c:pt idx="105">
                  <c:v>6.012870528536332</c:v>
                </c:pt>
                <c:pt idx="106">
                  <c:v>6.101793612047911</c:v>
                </c:pt>
                <c:pt idx="107">
                  <c:v>6.19191894807129</c:v>
                </c:pt>
                <c:pt idx="108">
                  <c:v>6.2806309186079</c:v>
                </c:pt>
                <c:pt idx="109">
                  <c:v>6.3677908070754015</c:v>
                </c:pt>
                <c:pt idx="110">
                  <c:v>6.454717518053757</c:v>
                </c:pt>
                <c:pt idx="111">
                  <c:v>6.54363125860034</c:v>
                </c:pt>
                <c:pt idx="112">
                  <c:v>6.636175528006885</c:v>
                </c:pt>
                <c:pt idx="113">
                  <c:v>6.730568497161518</c:v>
                </c:pt>
                <c:pt idx="114">
                  <c:v>6.823744252402005</c:v>
                </c:pt>
                <c:pt idx="115">
                  <c:v>6.91536370599762</c:v>
                </c:pt>
                <c:pt idx="116">
                  <c:v>7.006594265723208</c:v>
                </c:pt>
                <c:pt idx="117">
                  <c:v>7.097770017033607</c:v>
                </c:pt>
                <c:pt idx="118">
                  <c:v>7.189445943852347</c:v>
                </c:pt>
                <c:pt idx="119">
                  <c:v>7.282630910198554</c:v>
                </c:pt>
                <c:pt idx="120">
                  <c:v>7.377426386855301</c:v>
                </c:pt>
                <c:pt idx="121">
                  <c:v>7.4719391038018586</c:v>
                </c:pt>
                <c:pt idx="122">
                  <c:v>7.561796615768972</c:v>
                </c:pt>
                <c:pt idx="123">
                  <c:v>7.644901692058364</c:v>
                </c:pt>
                <c:pt idx="124">
                  <c:v>7.725675428415052</c:v>
                </c:pt>
                <c:pt idx="125">
                  <c:v>7.80887203682466</c:v>
                </c:pt>
                <c:pt idx="126">
                  <c:v>7.897483737336289</c:v>
                </c:pt>
                <c:pt idx="127">
                  <c:v>7.993207120560296</c:v>
                </c:pt>
                <c:pt idx="128">
                  <c:v>8.087068525501378</c:v>
                </c:pt>
                <c:pt idx="129">
                  <c:v>8.166715116188728</c:v>
                </c:pt>
                <c:pt idx="130">
                  <c:v>8.237801603199596</c:v>
                </c:pt>
                <c:pt idx="131">
                  <c:v>8.315757254133036</c:v>
                </c:pt>
                <c:pt idx="132">
                  <c:v>8.403013521642244</c:v>
                </c:pt>
                <c:pt idx="133">
                  <c:v>8.492264834700675</c:v>
                </c:pt>
                <c:pt idx="134">
                  <c:v>8.579307739269368</c:v>
                </c:pt>
                <c:pt idx="135">
                  <c:v>8.662284143618328</c:v>
                </c:pt>
                <c:pt idx="136">
                  <c:v>8.739207002432172</c:v>
                </c:pt>
                <c:pt idx="137">
                  <c:v>8.809713378334003</c:v>
                </c:pt>
                <c:pt idx="138">
                  <c:v>8.876469746291491</c:v>
                </c:pt>
                <c:pt idx="139">
                  <c:v>8.946019039670364</c:v>
                </c:pt>
                <c:pt idx="140">
                  <c:v>9.021251740210602</c:v>
                </c:pt>
                <c:pt idx="141">
                  <c:v>9.094502176993629</c:v>
                </c:pt>
                <c:pt idx="142">
                  <c:v>9.158759736016727</c:v>
                </c:pt>
                <c:pt idx="143">
                  <c:v>9.218465514167708</c:v>
                </c:pt>
                <c:pt idx="144">
                  <c:v>9.280678441173071</c:v>
                </c:pt>
                <c:pt idx="145">
                  <c:v>9.345201761472849</c:v>
                </c:pt>
                <c:pt idx="146">
                  <c:v>9.408158624327276</c:v>
                </c:pt>
                <c:pt idx="147">
                  <c:v>9.468502058961626</c:v>
                </c:pt>
                <c:pt idx="148">
                  <c:v>9.527745009334318</c:v>
                </c:pt>
                <c:pt idx="149">
                  <c:v>9.586489136232993</c:v>
                </c:pt>
                <c:pt idx="150">
                  <c:v>9.644015378032368</c:v>
                </c:pt>
                <c:pt idx="151">
                  <c:v>9.699813321352426</c:v>
                </c:pt>
                <c:pt idx="152">
                  <c:v>9.753885252949427</c:v>
                </c:pt>
                <c:pt idx="153">
                  <c:v>9.806337740493946</c:v>
                </c:pt>
                <c:pt idx="154">
                  <c:v>9.857711774885287</c:v>
                </c:pt>
                <c:pt idx="155">
                  <c:v>9.908881579276734</c:v>
                </c:pt>
                <c:pt idx="156">
                  <c:v>9.960526710868525</c:v>
                </c:pt>
                <c:pt idx="157">
                  <c:v>10.011740600972937</c:v>
                </c:pt>
                <c:pt idx="158">
                  <c:v>10.05870085709249</c:v>
                </c:pt>
                <c:pt idx="159">
                  <c:v>10.098805588582943</c:v>
                </c:pt>
                <c:pt idx="160">
                  <c:v>10.134501084261068</c:v>
                </c:pt>
                <c:pt idx="161">
                  <c:v>10.169436063378706</c:v>
                </c:pt>
                <c:pt idx="162">
                  <c:v>10.20726924409245</c:v>
                </c:pt>
                <c:pt idx="163">
                  <c:v>10.250663534603285</c:v>
                </c:pt>
                <c:pt idx="164">
                  <c:v>10.296134296241041</c:v>
                </c:pt>
                <c:pt idx="165">
                  <c:v>10.337835153151051</c:v>
                </c:pt>
                <c:pt idx="166">
                  <c:v>10.37674384016707</c:v>
                </c:pt>
                <c:pt idx="167">
                  <c:v>10.418218657175872</c:v>
                </c:pt>
                <c:pt idx="168">
                  <c:v>10.458333302763341</c:v>
                </c:pt>
                <c:pt idx="169">
                  <c:v>10.486086995860031</c:v>
                </c:pt>
                <c:pt idx="170">
                  <c:v>10.5040746431493</c:v>
                </c:pt>
                <c:pt idx="171">
                  <c:v>10.527656202755875</c:v>
                </c:pt>
                <c:pt idx="172">
                  <c:v>10.561915654399193</c:v>
                </c:pt>
                <c:pt idx="173">
                  <c:v>10.599169689134568</c:v>
                </c:pt>
                <c:pt idx="174">
                  <c:v>10.633183495029302</c:v>
                </c:pt>
                <c:pt idx="175">
                  <c:v>10.660855403485762</c:v>
                </c:pt>
                <c:pt idx="176">
                  <c:v>10.682557876222418</c:v>
                </c:pt>
                <c:pt idx="177">
                  <c:v>10.705836779589992</c:v>
                </c:pt>
                <c:pt idx="178">
                  <c:v>10.734861400767846</c:v>
                </c:pt>
                <c:pt idx="179">
                  <c:v>10.76188123660762</c:v>
                </c:pt>
                <c:pt idx="180">
                  <c:v>10.780595643226318</c:v>
                </c:pt>
                <c:pt idx="181">
                  <c:v>10.797161515313828</c:v>
                </c:pt>
                <c:pt idx="182">
                  <c:v>10.81864406267498</c:v>
                </c:pt>
                <c:pt idx="183">
                  <c:v>10.843503965518106</c:v>
                </c:pt>
                <c:pt idx="184">
                  <c:v>10.868227932052841</c:v>
                </c:pt>
                <c:pt idx="185">
                  <c:v>10.889868484199164</c:v>
                </c:pt>
                <c:pt idx="186">
                  <c:v>10.904821744305446</c:v>
                </c:pt>
                <c:pt idx="187">
                  <c:v>10.913145246890943</c:v>
                </c:pt>
                <c:pt idx="188">
                  <c:v>10.918828401695837</c:v>
                </c:pt>
                <c:pt idx="189">
                  <c:v>10.925669219688489</c:v>
                </c:pt>
                <c:pt idx="190">
                  <c:v>10.936257421701825</c:v>
                </c:pt>
                <c:pt idx="191">
                  <c:v>10.950636080084749</c:v>
                </c:pt>
                <c:pt idx="192">
                  <c:v>10.966014938987396</c:v>
                </c:pt>
                <c:pt idx="193">
                  <c:v>10.9794390916683</c:v>
                </c:pt>
                <c:pt idx="194">
                  <c:v>10.987706848868454</c:v>
                </c:pt>
                <c:pt idx="195">
                  <c:v>10.98879998984146</c:v>
                </c:pt>
                <c:pt idx="196">
                  <c:v>10.984370503435867</c:v>
                </c:pt>
                <c:pt idx="197">
                  <c:v>10.978022031131447</c:v>
                </c:pt>
                <c:pt idx="198">
                  <c:v>10.976738067440422</c:v>
                </c:pt>
                <c:pt idx="199">
                  <c:v>10.984162964359774</c:v>
                </c:pt>
                <c:pt idx="200">
                  <c:v>10.9873430565348</c:v>
                </c:pt>
                <c:pt idx="201">
                  <c:v>10.972915311051832</c:v>
                </c:pt>
                <c:pt idx="202">
                  <c:v>10.95264772766024</c:v>
                </c:pt>
                <c:pt idx="203">
                  <c:v>10.944450440075675</c:v>
                </c:pt>
                <c:pt idx="204">
                  <c:v>10.947191348219208</c:v>
                </c:pt>
                <c:pt idx="205">
                  <c:v>10.952263930775949</c:v>
                </c:pt>
                <c:pt idx="206">
                  <c:v>10.952304171096342</c:v>
                </c:pt>
                <c:pt idx="207">
                  <c:v>10.938517782783089</c:v>
                </c:pt>
                <c:pt idx="208">
                  <c:v>10.914114806951208</c:v>
                </c:pt>
                <c:pt idx="209">
                  <c:v>10.896951001888375</c:v>
                </c:pt>
                <c:pt idx="210">
                  <c:v>10.895312906183698</c:v>
                </c:pt>
                <c:pt idx="211">
                  <c:v>10.901051971693613</c:v>
                </c:pt>
                <c:pt idx="212">
                  <c:v>10.904176837706823</c:v>
                </c:pt>
                <c:pt idx="213">
                  <c:v>10.894900574617928</c:v>
                </c:pt>
                <c:pt idx="214">
                  <c:v>10.869693681285145</c:v>
                </c:pt>
                <c:pt idx="215">
                  <c:v>10.844162028167919</c:v>
                </c:pt>
                <c:pt idx="216">
                  <c:v>10.835101676541829</c:v>
                </c:pt>
                <c:pt idx="217">
                  <c:v>10.839586311058953</c:v>
                </c:pt>
                <c:pt idx="218">
                  <c:v>10.845021353634</c:v>
                </c:pt>
                <c:pt idx="219">
                  <c:v>10.84207320530707</c:v>
                </c:pt>
                <c:pt idx="220">
                  <c:v>10.82874077159233</c:v>
                </c:pt>
                <c:pt idx="221">
                  <c:v>10.813327537141571</c:v>
                </c:pt>
                <c:pt idx="222">
                  <c:v>10.805402960690083</c:v>
                </c:pt>
                <c:pt idx="223">
                  <c:v>10.804467899763415</c:v>
                </c:pt>
                <c:pt idx="224">
                  <c:v>10.803757457184915</c:v>
                </c:pt>
                <c:pt idx="225">
                  <c:v>10.801616018267532</c:v>
                </c:pt>
                <c:pt idx="226">
                  <c:v>10.802130962089853</c:v>
                </c:pt>
                <c:pt idx="227">
                  <c:v>10.807240245603476</c:v>
                </c:pt>
                <c:pt idx="228">
                  <c:v>10.814995042200733</c:v>
                </c:pt>
                <c:pt idx="229">
                  <c:v>10.822192093242053</c:v>
                </c:pt>
                <c:pt idx="230">
                  <c:v>10.826028331993841</c:v>
                </c:pt>
                <c:pt idx="231">
                  <c:v>10.826269113129232</c:v>
                </c:pt>
                <c:pt idx="232">
                  <c:v>10.826937027784783</c:v>
                </c:pt>
                <c:pt idx="233">
                  <c:v>10.834791172198097</c:v>
                </c:pt>
                <c:pt idx="234">
                  <c:v>10.847738613665443</c:v>
                </c:pt>
                <c:pt idx="235">
                  <c:v>10.857952654902304</c:v>
                </c:pt>
                <c:pt idx="236">
                  <c:v>10.862004143622569</c:v>
                </c:pt>
                <c:pt idx="237">
                  <c:v>10.864131115969785</c:v>
                </c:pt>
                <c:pt idx="238">
                  <c:v>10.870657777649791</c:v>
                </c:pt>
                <c:pt idx="239">
                  <c:v>10.882744387570074</c:v>
                </c:pt>
                <c:pt idx="240">
                  <c:v>10.895069191346215</c:v>
                </c:pt>
                <c:pt idx="241">
                  <c:v>10.9024265075927</c:v>
                </c:pt>
                <c:pt idx="242">
                  <c:v>10.907229834219326</c:v>
                </c:pt>
                <c:pt idx="243">
                  <c:v>10.914960499627151</c:v>
                </c:pt>
                <c:pt idx="244">
                  <c:v>10.921156813959874</c:v>
                </c:pt>
                <c:pt idx="245">
                  <c:v>10.916426695189033</c:v>
                </c:pt>
                <c:pt idx="246">
                  <c:v>10.902347755465671</c:v>
                </c:pt>
                <c:pt idx="247">
                  <c:v>10.888676507876138</c:v>
                </c:pt>
                <c:pt idx="248">
                  <c:v>10.875803512996434</c:v>
                </c:pt>
                <c:pt idx="249">
                  <c:v>10.856314409119493</c:v>
                </c:pt>
                <c:pt idx="250">
                  <c:v>10.833064276489553</c:v>
                </c:pt>
                <c:pt idx="251">
                  <c:v>10.816461014853287</c:v>
                </c:pt>
                <c:pt idx="252">
                  <c:v>10.806674195375447</c:v>
                </c:pt>
                <c:pt idx="253">
                  <c:v>10.788766772521935</c:v>
                </c:pt>
                <c:pt idx="254">
                  <c:v>10.752383325657286</c:v>
                </c:pt>
                <c:pt idx="255">
                  <c:v>10.704261399091848</c:v>
                </c:pt>
                <c:pt idx="256">
                  <c:v>10.656536161955987</c:v>
                </c:pt>
                <c:pt idx="257">
                  <c:v>10.61217054662304</c:v>
                </c:pt>
                <c:pt idx="258">
                  <c:v>10.563996651563382</c:v>
                </c:pt>
                <c:pt idx="259">
                  <c:v>10.503966336707924</c:v>
                </c:pt>
                <c:pt idx="260">
                  <c:v>10.430293552953307</c:v>
                </c:pt>
                <c:pt idx="261">
                  <c:v>10.354898579329616</c:v>
                </c:pt>
                <c:pt idx="262">
                  <c:v>10.299261458116804</c:v>
                </c:pt>
                <c:pt idx="263">
                  <c:v>10.25603841094531</c:v>
                </c:pt>
                <c:pt idx="264">
                  <c:v>10.180035899152017</c:v>
                </c:pt>
                <c:pt idx="265">
                  <c:v>10.059248099587768</c:v>
                </c:pt>
                <c:pt idx="266">
                  <c:v>9.949318662168025</c:v>
                </c:pt>
                <c:pt idx="267">
                  <c:v>9.882047863145116</c:v>
                </c:pt>
                <c:pt idx="268">
                  <c:v>9.818952851432957</c:v>
                </c:pt>
                <c:pt idx="269">
                  <c:v>9.727111002405826</c:v>
                </c:pt>
                <c:pt idx="270">
                  <c:v>9.616571368011956</c:v>
                </c:pt>
                <c:pt idx="271">
                  <c:v>9.501585902012163</c:v>
                </c:pt>
                <c:pt idx="272">
                  <c:v>9.396248528798537</c:v>
                </c:pt>
                <c:pt idx="273">
                  <c:v>9.319179458226715</c:v>
                </c:pt>
                <c:pt idx="274">
                  <c:v>9.24677417206927</c:v>
                </c:pt>
                <c:pt idx="275">
                  <c:v>9.131684940262174</c:v>
                </c:pt>
                <c:pt idx="276">
                  <c:v>8.991381718899587</c:v>
                </c:pt>
                <c:pt idx="277">
                  <c:v>8.879310829346446</c:v>
                </c:pt>
                <c:pt idx="278">
                  <c:v>8.786915560583058</c:v>
                </c:pt>
                <c:pt idx="279">
                  <c:v>8.670289099350734</c:v>
                </c:pt>
                <c:pt idx="280">
                  <c:v>8.551797352677152</c:v>
                </c:pt>
                <c:pt idx="281">
                  <c:v>8.469873641895381</c:v>
                </c:pt>
                <c:pt idx="282">
                  <c:v>8.396998617215468</c:v>
                </c:pt>
                <c:pt idx="283">
                  <c:v>8.313846430620856</c:v>
                </c:pt>
                <c:pt idx="284">
                  <c:v>8.249132200503126</c:v>
                </c:pt>
                <c:pt idx="285">
                  <c:v>8.19959931573011</c:v>
                </c:pt>
                <c:pt idx="286">
                  <c:v>8.122132779869444</c:v>
                </c:pt>
                <c:pt idx="287">
                  <c:v>8.023160312635198</c:v>
                </c:pt>
                <c:pt idx="288">
                  <c:v>7.957936265847065</c:v>
                </c:pt>
                <c:pt idx="289">
                  <c:v>7.942006254340575</c:v>
                </c:pt>
                <c:pt idx="290">
                  <c:v>7.9211139830777695</c:v>
                </c:pt>
                <c:pt idx="291">
                  <c:v>7.863290524661859</c:v>
                </c:pt>
                <c:pt idx="292">
                  <c:v>7.810603649600348</c:v>
                </c:pt>
                <c:pt idx="293">
                  <c:v>7.806283019976133</c:v>
                </c:pt>
                <c:pt idx="294">
                  <c:v>7.82791959883335</c:v>
                </c:pt>
                <c:pt idx="295">
                  <c:v>7.83995603239562</c:v>
                </c:pt>
                <c:pt idx="296">
                  <c:v>7.8453894013954235</c:v>
                </c:pt>
                <c:pt idx="297">
                  <c:v>7.8608221849962465</c:v>
                </c:pt>
                <c:pt idx="298">
                  <c:v>7.889022084314286</c:v>
                </c:pt>
                <c:pt idx="299">
                  <c:v>7.927337277514656</c:v>
                </c:pt>
                <c:pt idx="300">
                  <c:v>7.977630514100409</c:v>
                </c:pt>
                <c:pt idx="301">
                  <c:v>8.035101029287711</c:v>
                </c:pt>
                <c:pt idx="302">
                  <c:v>8.083067003901464</c:v>
                </c:pt>
                <c:pt idx="303">
                  <c:v>8.124383568921258</c:v>
                </c:pt>
                <c:pt idx="304">
                  <c:v>8.198142088355958</c:v>
                </c:pt>
                <c:pt idx="305">
                  <c:v>8.317827248332192</c:v>
                </c:pt>
                <c:pt idx="306">
                  <c:v>8.4330125135687</c:v>
                </c:pt>
                <c:pt idx="307">
                  <c:v>8.503032084229556</c:v>
                </c:pt>
                <c:pt idx="308">
                  <c:v>8.56202864701198</c:v>
                </c:pt>
                <c:pt idx="309">
                  <c:v>8.654073270624355</c:v>
                </c:pt>
                <c:pt idx="310">
                  <c:v>8.76688323693482</c:v>
                </c:pt>
                <c:pt idx="311">
                  <c:v>8.874657249376837</c:v>
                </c:pt>
                <c:pt idx="312">
                  <c:v>8.980114090798805</c:v>
                </c:pt>
                <c:pt idx="313">
                  <c:v>9.092783721073744</c:v>
                </c:pt>
                <c:pt idx="314">
                  <c:v>9.211639943759032</c:v>
                </c:pt>
                <c:pt idx="315">
                  <c:v>9.329356320888918</c:v>
                </c:pt>
                <c:pt idx="316">
                  <c:v>9.436153965817542</c:v>
                </c:pt>
                <c:pt idx="317">
                  <c:v>9.52812607701054</c:v>
                </c:pt>
                <c:pt idx="318">
                  <c:v>9.613420707863124</c:v>
                </c:pt>
                <c:pt idx="319">
                  <c:v>9.701049494437472</c:v>
                </c:pt>
                <c:pt idx="320">
                  <c:v>9.784554639882813</c:v>
                </c:pt>
                <c:pt idx="321">
                  <c:v>9.845234720849026</c:v>
                </c:pt>
                <c:pt idx="322">
                  <c:v>9.88101076261687</c:v>
                </c:pt>
                <c:pt idx="323">
                  <c:v>9.924221115635227</c:v>
                </c:pt>
                <c:pt idx="324">
                  <c:v>10.002953896600285</c:v>
                </c:pt>
                <c:pt idx="325">
                  <c:v>10.096985901362647</c:v>
                </c:pt>
                <c:pt idx="326">
                  <c:v>10.153488109679833</c:v>
                </c:pt>
                <c:pt idx="327">
                  <c:v>10.146627887187117</c:v>
                </c:pt>
                <c:pt idx="328">
                  <c:v>10.120207214301633</c:v>
                </c:pt>
                <c:pt idx="329">
                  <c:v>10.116456959033574</c:v>
                </c:pt>
                <c:pt idx="330">
                  <c:v>10.126224399921519</c:v>
                </c:pt>
                <c:pt idx="331">
                  <c:v>10.12358866575864</c:v>
                </c:pt>
                <c:pt idx="332">
                  <c:v>10.1045975891503</c:v>
                </c:pt>
                <c:pt idx="333">
                  <c:v>10.083278380128062</c:v>
                </c:pt>
                <c:pt idx="334">
                  <c:v>10.063031049301985</c:v>
                </c:pt>
                <c:pt idx="335">
                  <c:v>10.018980984154103</c:v>
                </c:pt>
                <c:pt idx="336">
                  <c:v>9.93153516875645</c:v>
                </c:pt>
                <c:pt idx="337">
                  <c:v>9.824444937338548</c:v>
                </c:pt>
                <c:pt idx="338">
                  <c:v>9.744115027277248</c:v>
                </c:pt>
                <c:pt idx="339">
                  <c:v>9.702286647561772</c:v>
                </c:pt>
                <c:pt idx="340">
                  <c:v>9.663648293780163</c:v>
                </c:pt>
                <c:pt idx="341">
                  <c:v>9.575799753224114</c:v>
                </c:pt>
                <c:pt idx="342">
                  <c:v>9.506057487489619</c:v>
                </c:pt>
                <c:pt idx="343">
                  <c:v>9.45484792264398</c:v>
                </c:pt>
                <c:pt idx="344">
                  <c:v>9.423048101445328</c:v>
                </c:pt>
                <c:pt idx="345">
                  <c:v>9.412083363653649</c:v>
                </c:pt>
                <c:pt idx="346">
                  <c:v>9.424045076398878</c:v>
                </c:pt>
                <c:pt idx="347">
                  <c:v>9.461835446126814</c:v>
                </c:pt>
                <c:pt idx="348">
                  <c:v>9.529346825529514</c:v>
                </c:pt>
                <c:pt idx="349">
                  <c:v>9.631683177861419</c:v>
                </c:pt>
                <c:pt idx="350">
                  <c:v>9.775431026060716</c:v>
                </c:pt>
                <c:pt idx="351">
                  <c:v>9.968985723608126</c:v>
                </c:pt>
                <c:pt idx="352">
                  <c:v>10.222935195866869</c:v>
                </c:pt>
                <c:pt idx="353">
                  <c:v>10.550496970666478</c:v>
                </c:pt>
                <c:pt idx="354">
                  <c:v>10.967993218187122</c:v>
                </c:pt>
                <c:pt idx="355">
                  <c:v>11.495329645026132</c:v>
                </c:pt>
                <c:pt idx="356">
                  <c:v>12.156418974014302</c:v>
                </c:pt>
                <c:pt idx="357">
                  <c:v>12.979455098762715</c:v>
                </c:pt>
                <c:pt idx="358">
                  <c:v>13.996902381282789</c:v>
                </c:pt>
                <c:pt idx="359">
                  <c:v>15.245021139148918</c:v>
                </c:pt>
                <c:pt idx="360">
                  <c:v>16.76271610530651</c:v>
                </c:pt>
                <c:pt idx="361">
                  <c:v>18.58948694259942</c:v>
                </c:pt>
                <c:pt idx="362">
                  <c:v>20.762301885431818</c:v>
                </c:pt>
                <c:pt idx="363">
                  <c:v>23.311330510201884</c:v>
                </c:pt>
                <c:pt idx="364">
                  <c:v>26.25467434804213</c:v>
                </c:pt>
                <c:pt idx="365">
                  <c:v>29.592514655482315</c:v>
                </c:pt>
                <c:pt idx="366">
                  <c:v>33.30141301825405</c:v>
                </c:pt>
                <c:pt idx="367">
                  <c:v>37.329773460412206</c:v>
                </c:pt>
                <c:pt idx="368">
                  <c:v>41.59560368324221</c:v>
                </c:pt>
                <c:pt idx="369">
                  <c:v>45.987609179612846</c:v>
                </c:pt>
                <c:pt idx="370">
                  <c:v>50.37028244247021</c:v>
                </c:pt>
                <c:pt idx="371">
                  <c:v>54.593056996083625</c:v>
                </c:pt>
                <c:pt idx="372">
                  <c:v>58.50290661155445</c:v>
                </c:pt>
                <c:pt idx="373">
                  <c:v>61.95914747619725</c:v>
                </c:pt>
                <c:pt idx="374">
                  <c:v>64.84880827943556</c:v>
                </c:pt>
                <c:pt idx="375">
                  <c:v>67.10085016249458</c:v>
                </c:pt>
                <c:pt idx="376">
                  <c:v>68.69777893060188</c:v>
                </c:pt>
                <c:pt idx="377">
                  <c:v>69.68378159494002</c:v>
                </c:pt>
                <c:pt idx="378">
                  <c:v>70.07120625662431</c:v>
                </c:pt>
                <c:pt idx="379">
                  <c:v>70.25622877602112</c:v>
                </c:pt>
                <c:pt idx="380">
                  <c:v>70.4302071261755</c:v>
                </c:pt>
                <c:pt idx="381">
                  <c:v>70.57924609673685</c:v>
                </c:pt>
                <c:pt idx="382">
                  <c:v>70.69416346556257</c:v>
                </c:pt>
                <c:pt idx="383">
                  <c:v>70.77255205970175</c:v>
                </c:pt>
                <c:pt idx="384">
                  <c:v>70.81202974741038</c:v>
                </c:pt>
                <c:pt idx="385">
                  <c:v>70.81028610699276</c:v>
                </c:pt>
                <c:pt idx="386">
                  <c:v>70.76513536933628</c:v>
                </c:pt>
                <c:pt idx="387">
                  <c:v>70.67457494122102</c:v>
                </c:pt>
                <c:pt idx="388">
                  <c:v>70.5368485215088</c:v>
                </c:pt>
                <c:pt idx="389">
                  <c:v>70.35051195481158</c:v>
                </c:pt>
                <c:pt idx="390">
                  <c:v>70.11450011997245</c:v>
                </c:pt>
                <c:pt idx="391">
                  <c:v>69.82819122234297</c:v>
                </c:pt>
                <c:pt idx="392">
                  <c:v>69.49146559724504</c:v>
                </c:pt>
                <c:pt idx="393">
                  <c:v>69.10475986317192</c:v>
                </c:pt>
                <c:pt idx="394">
                  <c:v>68.66910881790255</c:v>
                </c:pt>
                <c:pt idx="395">
                  <c:v>68.18617244346528</c:v>
                </c:pt>
                <c:pt idx="396">
                  <c:v>67.65824575065031</c:v>
                </c:pt>
                <c:pt idx="397">
                  <c:v>67.08824965059543</c:v>
                </c:pt>
                <c:pt idx="398">
                  <c:v>66.47970157826683</c:v>
                </c:pt>
                <c:pt idx="399">
                  <c:v>65.83666587318812</c:v>
                </c:pt>
                <c:pt idx="400">
                  <c:v>65.16368500914066</c:v>
                </c:pt>
                <c:pt idx="401">
                  <c:v>64.46569425162089</c:v>
                </c:pt>
                <c:pt idx="402">
                  <c:v>63.74792302018674</c:v>
                </c:pt>
                <c:pt idx="403">
                  <c:v>63.015786307262</c:v>
                </c:pt>
                <c:pt idx="404">
                  <c:v>62.27477158016181</c:v>
                </c:pt>
                <c:pt idx="405">
                  <c:v>61.53032666377792</c:v>
                </c:pt>
                <c:pt idx="406">
                  <c:v>60.78775273025639</c:v>
                </c:pt>
                <c:pt idx="407">
                  <c:v>60.05210657668949</c:v>
                </c:pt>
                <c:pt idx="408">
                  <c:v>59.32811592114052</c:v>
                </c:pt>
                <c:pt idx="409">
                  <c:v>58.620110156651464</c:v>
                </c:pt>
                <c:pt idx="410">
                  <c:v>57.93196758875645</c:v>
                </c:pt>
                <c:pt idx="411">
                  <c:v>57.267080047785754</c:v>
                </c:pt>
                <c:pt idx="412">
                  <c:v>56.628333304329324</c:v>
                </c:pt>
                <c:pt idx="413">
                  <c:v>56.01810501449348</c:v>
                </c:pt>
                <c:pt idx="414">
                  <c:v>55.43827537509367</c:v>
                </c:pt>
                <c:pt idx="415">
                  <c:v>54.890249011700234</c:v>
                </c:pt>
                <c:pt idx="416">
                  <c:v>54.37498583753438</c:v>
                </c:pt>
                <c:pt idx="417">
                  <c:v>53.893038380481705</c:v>
                </c:pt>
                <c:pt idx="418">
                  <c:v>53.44459359303703</c:v>
                </c:pt>
                <c:pt idx="419">
                  <c:v>53.02951678743655</c:v>
                </c:pt>
                <c:pt idx="420">
                  <c:v>52.64739615700827</c:v>
                </c:pt>
                <c:pt idx="421">
                  <c:v>52.29758622469524</c:v>
                </c:pt>
                <c:pt idx="422">
                  <c:v>51.9792489434406</c:v>
                </c:pt>
                <c:pt idx="423">
                  <c:v>51.691393016062335</c:v>
                </c:pt>
                <c:pt idx="424">
                  <c:v>51.432909512992666</c:v>
                </c:pt>
                <c:pt idx="425">
                  <c:v>51.202603543358</c:v>
                </c:pt>
                <c:pt idx="426">
                  <c:v>50.99922231030574</c:v>
                </c:pt>
                <c:pt idx="427">
                  <c:v>50.8214792790284</c:v>
                </c:pt>
                <c:pt idx="428">
                  <c:v>50.66807485711075</c:v>
                </c:pt>
                <c:pt idx="429">
                  <c:v>50.537713750788924</c:v>
                </c:pt>
                <c:pt idx="430">
                  <c:v>50.42911911657673</c:v>
                </c:pt>
                <c:pt idx="431">
                  <c:v>50.34104487505525</c:v>
                </c:pt>
                <c:pt idx="432">
                  <c:v>50.27228692011466</c:v>
                </c:pt>
                <c:pt idx="433">
                  <c:v>50.22168747406906</c:v>
                </c:pt>
                <c:pt idx="434">
                  <c:v>50.18813934815485</c:v>
                </c:pt>
                <c:pt idx="435">
                  <c:v>50.17058945975218</c:v>
                </c:pt>
                <c:pt idx="436">
                  <c:v>50.16804098420835</c:v>
                </c:pt>
                <c:pt idx="437">
                  <c:v>50.179554487728595</c:v>
                </c:pt>
                <c:pt idx="438">
                  <c:v>50.204248093327955</c:v>
                </c:pt>
                <c:pt idx="439">
                  <c:v>50.24129698621142</c:v>
                </c:pt>
                <c:pt idx="440">
                  <c:v>50.28993236248011</c:v>
                </c:pt>
                <c:pt idx="441">
                  <c:v>50.34943936264433</c:v>
                </c:pt>
                <c:pt idx="442">
                  <c:v>50.41915379335197</c:v>
                </c:pt>
                <c:pt idx="443">
                  <c:v>50.4984616135473</c:v>
                </c:pt>
                <c:pt idx="444">
                  <c:v>50.58679737030343</c:v>
                </c:pt>
                <c:pt idx="445">
                  <c:v>50.68364174498892</c:v>
                </c:pt>
                <c:pt idx="446">
                  <c:v>50.78851924326844</c:v>
                </c:pt>
                <c:pt idx="447">
                  <c:v>50.90099579617507</c:v>
                </c:pt>
                <c:pt idx="448">
                  <c:v>51.02067642740853</c:v>
                </c:pt>
                <c:pt idx="449">
                  <c:v>51.14720291715542</c:v>
                </c:pt>
                <c:pt idx="450">
                  <c:v>51.28025158219327</c:v>
                </c:pt>
                <c:pt idx="451">
                  <c:v>51.41953120763628</c:v>
                </c:pt>
                <c:pt idx="452">
                  <c:v>51.564781242840915</c:v>
                </c:pt>
                <c:pt idx="453">
                  <c:v>51.7157695461045</c:v>
                </c:pt>
                <c:pt idx="454">
                  <c:v>51.87229043590131</c:v>
                </c:pt>
                <c:pt idx="455">
                  <c:v>52.034162899716875</c:v>
                </c:pt>
                <c:pt idx="456">
                  <c:v>52.20122893922089</c:v>
                </c:pt>
                <c:pt idx="457">
                  <c:v>52.37335196624496</c:v>
                </c:pt>
                <c:pt idx="458">
                  <c:v>52.55041531883511</c:v>
                </c:pt>
                <c:pt idx="459">
                  <c:v>52.73232082520016</c:v>
                </c:pt>
                <c:pt idx="460">
                  <c:v>52.918987487312954</c:v>
                </c:pt>
                <c:pt idx="461">
                  <c:v>53.11035033845326</c:v>
                </c:pt>
                <c:pt idx="462">
                  <c:v>53.30635945283102</c:v>
                </c:pt>
                <c:pt idx="463">
                  <c:v>53.506978666696746</c:v>
                </c:pt>
                <c:pt idx="464">
                  <c:v>53.71218429734548</c:v>
                </c:pt>
                <c:pt idx="465">
                  <c:v>53.92196419860459</c:v>
                </c:pt>
                <c:pt idx="466">
                  <c:v>54.1363167925153</c:v>
                </c:pt>
                <c:pt idx="467">
                  <c:v>54.35525007350379</c:v>
                </c:pt>
                <c:pt idx="468">
                  <c:v>54.57878075810723</c:v>
                </c:pt>
                <c:pt idx="469">
                  <c:v>54.80693339309154</c:v>
                </c:pt>
                <c:pt idx="470">
                  <c:v>55.039739521341566</c:v>
                </c:pt>
                <c:pt idx="471">
                  <c:v>55.27723638471029</c:v>
                </c:pt>
                <c:pt idx="472">
                  <c:v>55.51946475196953</c:v>
                </c:pt>
                <c:pt idx="473">
                  <c:v>55.76646938484995</c:v>
                </c:pt>
                <c:pt idx="474">
                  <c:v>56.018298651675046</c:v>
                </c:pt>
                <c:pt idx="475">
                  <c:v>56.27500366158363</c:v>
                </c:pt>
                <c:pt idx="476">
                  <c:v>56.536637476736594</c:v>
                </c:pt>
                <c:pt idx="477">
                  <c:v>56.803254216355725</c:v>
                </c:pt>
                <c:pt idx="478">
                  <c:v>57.07490819010756</c:v>
                </c:pt>
                <c:pt idx="479">
                  <c:v>57.35165300402826</c:v>
                </c:pt>
                <c:pt idx="480">
                  <c:v>57.63354067419111</c:v>
                </c:pt>
                <c:pt idx="481">
                  <c:v>57.92062082457947</c:v>
                </c:pt>
                <c:pt idx="482">
                  <c:v>58.21294045247709</c:v>
                </c:pt>
                <c:pt idx="483">
                  <c:v>58.51054222371263</c:v>
                </c:pt>
                <c:pt idx="484">
                  <c:v>58.81346320294553</c:v>
                </c:pt>
                <c:pt idx="485">
                  <c:v>59.121733788157925</c:v>
                </c:pt>
                <c:pt idx="486">
                  <c:v>59.4353765102128</c:v>
                </c:pt>
                <c:pt idx="487">
                  <c:v>59.754404851235506</c:v>
                </c:pt>
                <c:pt idx="488">
                  <c:v>60.07882201090729</c:v>
                </c:pt>
                <c:pt idx="489">
                  <c:v>60.40861961663898</c:v>
                </c:pt>
                <c:pt idx="490">
                  <c:v>60.74377636211852</c:v>
                </c:pt>
                <c:pt idx="491">
                  <c:v>61.08425743202036</c:v>
                </c:pt>
                <c:pt idx="492">
                  <c:v>61.430015629675594</c:v>
                </c:pt>
                <c:pt idx="493">
                  <c:v>61.780987574594704</c:v>
                </c:pt>
                <c:pt idx="494">
                  <c:v>62.1370913791049</c:v>
                </c:pt>
                <c:pt idx="495">
                  <c:v>62.49822515060095</c:v>
                </c:pt>
                <c:pt idx="496">
                  <c:v>62.86426542262269</c:v>
                </c:pt>
                <c:pt idx="497">
                  <c:v>63.23506554522047</c:v>
                </c:pt>
                <c:pt idx="498">
                  <c:v>63.610621699971645</c:v>
                </c:pt>
                <c:pt idx="499">
                  <c:v>63.99851385400107</c:v>
                </c:pt>
                <c:pt idx="500">
                  <c:v>64.39885863109184</c:v>
                </c:pt>
                <c:pt idx="501">
                  <c:v>64.81135273231338</c:v>
                </c:pt>
                <c:pt idx="502">
                  <c:v>65.23658455379969</c:v>
                </c:pt>
                <c:pt idx="503">
                  <c:v>65.67439499691164</c:v>
                </c:pt>
                <c:pt idx="504">
                  <c:v>66.1162640818873</c:v>
                </c:pt>
                <c:pt idx="505">
                  <c:v>66.5617866187223</c:v>
                </c:pt>
                <c:pt idx="506">
                  <c:v>66.9661213960686</c:v>
                </c:pt>
                <c:pt idx="507">
                  <c:v>67.37215439329854</c:v>
                </c:pt>
                <c:pt idx="508">
                  <c:v>67.77937828701222</c:v>
                </c:pt>
                <c:pt idx="509">
                  <c:v>68.18724751739603</c:v>
                </c:pt>
                <c:pt idx="510">
                  <c:v>68.59517814634772</c:v>
                </c:pt>
                <c:pt idx="511">
                  <c:v>69.00254827107133</c:v>
                </c:pt>
                <c:pt idx="512">
                  <c:v>69.40869929543565</c:v>
                </c:pt>
                <c:pt idx="513">
                  <c:v>69.81293603560468</c:v>
                </c:pt>
                <c:pt idx="514">
                  <c:v>70.21452769474</c:v>
                </c:pt>
                <c:pt idx="515">
                  <c:v>70.61270949815096</c:v>
                </c:pt>
                <c:pt idx="516">
                  <c:v>71.00668475813872</c:v>
                </c:pt>
                <c:pt idx="517">
                  <c:v>71.39562738454714</c:v>
                </c:pt>
                <c:pt idx="518">
                  <c:v>71.77868485155196</c:v>
                </c:pt>
                <c:pt idx="519">
                  <c:v>72.15498162486516</c:v>
                </c:pt>
                <c:pt idx="520">
                  <c:v>72.52362304633547</c:v>
                </c:pt>
                <c:pt idx="521">
                  <c:v>72.88369960859744</c:v>
                </c:pt>
                <c:pt idx="522">
                  <c:v>73.23429154607808</c:v>
                </c:pt>
                <c:pt idx="523">
                  <c:v>73.57447416596126</c:v>
                </c:pt>
                <c:pt idx="524">
                  <c:v>73.90332342552773</c:v>
                </c:pt>
                <c:pt idx="525">
                  <c:v>74.21992176605548</c:v>
                </c:pt>
                <c:pt idx="526">
                  <c:v>74.52336420361907</c:v>
                </c:pt>
                <c:pt idx="527">
                  <c:v>74.81276461177654</c:v>
                </c:pt>
                <c:pt idx="528">
                  <c:v>75.08726212331584</c:v>
                </c:pt>
                <c:pt idx="529">
                  <c:v>75.3460275715205</c:v>
                </c:pt>
                <c:pt idx="530">
                  <c:v>75.58826988606462</c:v>
                </c:pt>
                <c:pt idx="531">
                  <c:v>75.81324235248891</c:v>
                </c:pt>
                <c:pt idx="532">
                  <c:v>76.02024863104685</c:v>
                </c:pt>
                <c:pt idx="533">
                  <c:v>76.20864846606199</c:v>
                </c:pt>
                <c:pt idx="534">
                  <c:v>76.3778630038137</c:v>
                </c:pt>
                <c:pt idx="535">
                  <c:v>76.52737962479088</c:v>
                </c:pt>
                <c:pt idx="536">
                  <c:v>76.65675621299638</c:v>
                </c:pt>
                <c:pt idx="537">
                  <c:v>76.76562479376999</c:v>
                </c:pt>
                <c:pt idx="538">
                  <c:v>76.85369448191311</c:v>
                </c:pt>
                <c:pt idx="539">
                  <c:v>76.92075369378442</c:v>
                </c:pt>
                <c:pt idx="540">
                  <c:v>76.9666715900997</c:v>
                </c:pt>
                <c:pt idx="541">
                  <c:v>76.99139877639497</c:v>
                </c:pt>
                <c:pt idx="542">
                  <c:v>76.99496733908695</c:v>
                </c:pt>
                <c:pt idx="543">
                  <c:v>76.97748984564052</c:v>
                </c:pt>
                <c:pt idx="544">
                  <c:v>76.93915761895124</c:v>
                </c:pt>
                <c:pt idx="545">
                  <c:v>76.88023832289608</c:v>
                </c:pt>
                <c:pt idx="546">
                  <c:v>76.80107287091145</c:v>
                </c:pt>
                <c:pt idx="547">
                  <c:v>76.7020717171216</c:v>
                </c:pt>
                <c:pt idx="548">
                  <c:v>76.58371059845481</c:v>
                </c:pt>
                <c:pt idx="549">
                  <c:v>76.44652580321214</c:v>
                </c:pt>
                <c:pt idx="550">
                  <c:v>76.29110904656918</c:v>
                </c:pt>
                <c:pt idx="551">
                  <c:v>76.11810194375637</c:v>
                </c:pt>
                <c:pt idx="552">
                  <c:v>75.92819004113063</c:v>
                </c:pt>
                <c:pt idx="553">
                  <c:v>75.72209724360233</c:v>
                </c:pt>
                <c:pt idx="554">
                  <c:v>75.50058004949632</c:v>
                </c:pt>
                <c:pt idx="555">
                  <c:v>75.26442171764417</c:v>
                </c:pt>
                <c:pt idx="556">
                  <c:v>75.01442652183222</c:v>
                </c:pt>
                <c:pt idx="557">
                  <c:v>74.75141415692488</c:v>
                </c:pt>
                <c:pt idx="558">
                  <c:v>74.47621435364462</c:v>
                </c:pt>
                <c:pt idx="559">
                  <c:v>74.18966175114109</c:v>
                </c:pt>
                <c:pt idx="560">
                  <c:v>73.89259106835637</c:v>
                </c:pt>
                <c:pt idx="561">
                  <c:v>73.58583261971224</c:v>
                </c:pt>
                <c:pt idx="562">
                  <c:v>73.2702082131259</c:v>
                </c:pt>
                <c:pt idx="563">
                  <c:v>72.94652734554919</c:v>
                </c:pt>
                <c:pt idx="564">
                  <c:v>72.61558380635104</c:v>
                </c:pt>
                <c:pt idx="565">
                  <c:v>72.27815268026548</c:v>
                </c:pt>
                <c:pt idx="566">
                  <c:v>71.93498773485403</c:v>
                </c:pt>
                <c:pt idx="567">
                  <c:v>71.58681918475367</c:v>
                </c:pt>
                <c:pt idx="568">
                  <c:v>71.23435182053609</c:v>
                </c:pt>
                <c:pt idx="569">
                  <c:v>70.87826348630578</c:v>
                </c:pt>
                <c:pt idx="570">
                  <c:v>70.51920388719097</c:v>
                </c:pt>
                <c:pt idx="571">
                  <c:v>70.15779373908157</c:v>
                </c:pt>
                <c:pt idx="572">
                  <c:v>69.79462427234581</c:v>
                </c:pt>
                <c:pt idx="573">
                  <c:v>69.43025679652112</c:v>
                </c:pt>
                <c:pt idx="574">
                  <c:v>69.06522256709844</c:v>
                </c:pt>
                <c:pt idx="575">
                  <c:v>68.70002289925375</c:v>
                </c:pt>
                <c:pt idx="576">
                  <c:v>68.33512947144801</c:v>
                </c:pt>
                <c:pt idx="577">
                  <c:v>67.97098479553406</c:v>
                </c:pt>
                <c:pt idx="578">
                  <c:v>67.60800283093764</c:v>
                </c:pt>
                <c:pt idx="579">
                  <c:v>67.24656972160436</c:v>
                </c:pt>
                <c:pt idx="580">
                  <c:v>66.88704463570237</c:v>
                </c:pt>
                <c:pt idx="581">
                  <c:v>66.52976068894453</c:v>
                </c:pt>
                <c:pt idx="582">
                  <c:v>66.17502593358125</c:v>
                </c:pt>
                <c:pt idx="583">
                  <c:v>65.82312440177922</c:v>
                </c:pt>
                <c:pt idx="584">
                  <c:v>65.47431718572092</c:v>
                </c:pt>
                <c:pt idx="585">
                  <c:v>65.1288435416652</c:v>
                </c:pt>
                <c:pt idx="586">
                  <c:v>64.78692200709963</c:v>
                </c:pt>
                <c:pt idx="587">
                  <c:v>64.44875152105612</c:v>
                </c:pt>
                <c:pt idx="588">
                  <c:v>64.11451253894484</c:v>
                </c:pt>
                <c:pt idx="589">
                  <c:v>63.784368134465495</c:v>
                </c:pt>
                <c:pt idx="590">
                  <c:v>63.45846508226916</c:v>
                </c:pt>
                <c:pt idx="591">
                  <c:v>63.136934917804496</c:v>
                </c:pt>
                <c:pt idx="592">
                  <c:v>62.819894971594</c:v>
                </c:pt>
                <c:pt idx="593">
                  <c:v>62.507449360646206</c:v>
                </c:pt>
                <c:pt idx="594">
                  <c:v>62.199689948384865</c:v>
                </c:pt>
                <c:pt idx="595">
                  <c:v>61.896697269082956</c:v>
                </c:pt>
                <c:pt idx="596">
                  <c:v>61.59854141355392</c:v>
                </c:pt>
                <c:pt idx="597">
                  <c:v>61.30528287515114</c:v>
                </c:pt>
                <c:pt idx="598">
                  <c:v>61.01697335557426</c:v>
                </c:pt>
                <c:pt idx="599">
                  <c:v>60.733656530384806</c:v>
                </c:pt>
                <c:pt idx="600">
                  <c:v>60.45536877445856</c:v>
                </c:pt>
                <c:pt idx="601">
                  <c:v>60.18213981552514</c:v>
                </c:pt>
                <c:pt idx="602">
                  <c:v>59.91399328587358</c:v>
                </c:pt>
                <c:pt idx="603">
                  <c:v>59.650947431273</c:v>
                </c:pt>
                <c:pt idx="604">
                  <c:v>59.39301571545612</c:v>
                </c:pt>
                <c:pt idx="605">
                  <c:v>59.14020735626097</c:v>
                </c:pt>
                <c:pt idx="606">
                  <c:v>58.89252782756641</c:v>
                </c:pt>
                <c:pt idx="607">
                  <c:v>58.64997932838496</c:v>
                </c:pt>
                <c:pt idx="608">
                  <c:v>58.41256122052402</c:v>
                </c:pt>
                <c:pt idx="609">
                  <c:v>58.18027043624752</c:v>
                </c:pt>
                <c:pt idx="610">
                  <c:v>57.95310185737635</c:v>
                </c:pt>
                <c:pt idx="611">
                  <c:v>57.73104879682772</c:v>
                </c:pt>
                <c:pt idx="612">
                  <c:v>57.51410371022507</c:v>
                </c:pt>
                <c:pt idx="613">
                  <c:v>57.302258104502</c:v>
                </c:pt>
                <c:pt idx="614">
                  <c:v>57.09550268896292</c:v>
                </c:pt>
                <c:pt idx="615">
                  <c:v>56.89382763510784</c:v>
                </c:pt>
                <c:pt idx="616">
                  <c:v>56.69722281596107</c:v>
                </c:pt>
                <c:pt idx="617">
                  <c:v>56.505678026125736</c:v>
                </c:pt>
                <c:pt idx="618">
                  <c:v>56.319183183739575</c:v>
                </c:pt>
                <c:pt idx="619">
                  <c:v>56.13772851544647</c:v>
                </c:pt>
                <c:pt idx="620">
                  <c:v>55.96130472544662</c:v>
                </c:pt>
                <c:pt idx="621">
                  <c:v>55.78990266358307</c:v>
                </c:pt>
                <c:pt idx="622">
                  <c:v>55.623512008164376</c:v>
                </c:pt>
                <c:pt idx="623">
                  <c:v>55.4621228488153</c:v>
                </c:pt>
                <c:pt idx="624">
                  <c:v>55.305726279745215</c:v>
                </c:pt>
                <c:pt idx="625">
                  <c:v>55.15431449512956</c:v>
                </c:pt>
                <c:pt idx="626">
                  <c:v>55.00788087398354</c:v>
                </c:pt>
                <c:pt idx="627">
                  <c:v>54.8664200551906</c:v>
                </c:pt>
                <c:pt idx="628">
                  <c:v>54.72992800329406</c:v>
                </c:pt>
                <c:pt idx="629">
                  <c:v>54.59840206562395</c:v>
                </c:pt>
                <c:pt idx="630">
                  <c:v>54.47184102127689</c:v>
                </c:pt>
                <c:pt idx="631">
                  <c:v>54.350245761340254</c:v>
                </c:pt>
                <c:pt idx="632">
                  <c:v>54.233621252388474</c:v>
                </c:pt>
                <c:pt idx="633">
                  <c:v>54.12197467365705</c:v>
                </c:pt>
                <c:pt idx="634">
                  <c:v>54.01531481134316</c:v>
                </c:pt>
                <c:pt idx="635">
                  <c:v>53.91365208286315</c:v>
                </c:pt>
                <c:pt idx="636">
                  <c:v>53.81699855516332</c:v>
                </c:pt>
                <c:pt idx="637">
                  <c:v>53.72536795737479</c:v>
                </c:pt>
                <c:pt idx="638">
                  <c:v>53.638775688072336</c:v>
                </c:pt>
                <c:pt idx="639">
                  <c:v>53.55723881736986</c:v>
                </c:pt>
                <c:pt idx="640">
                  <c:v>53.48077608405449</c:v>
                </c:pt>
                <c:pt idx="641">
                  <c:v>53.4094077077538</c:v>
                </c:pt>
                <c:pt idx="642">
                  <c:v>53.34315482898554</c:v>
                </c:pt>
                <c:pt idx="643">
                  <c:v>53.282040019370825</c:v>
                </c:pt>
                <c:pt idx="644">
                  <c:v>53.226087436554835</c:v>
                </c:pt>
                <c:pt idx="645">
                  <c:v>53.175322796323144</c:v>
                </c:pt>
                <c:pt idx="646">
                  <c:v>53.12977334051114</c:v>
                </c:pt>
                <c:pt idx="647">
                  <c:v>53.08946780075752</c:v>
                </c:pt>
                <c:pt idx="648">
                  <c:v>53.054436358137124</c:v>
                </c:pt>
                <c:pt idx="649">
                  <c:v>53.02471059869283</c:v>
                </c:pt>
                <c:pt idx="650">
                  <c:v>53.00032346487581</c:v>
                </c:pt>
                <c:pt idx="651">
                  <c:v>52.981309093562444</c:v>
                </c:pt>
                <c:pt idx="652">
                  <c:v>52.9677024259826</c:v>
                </c:pt>
                <c:pt idx="653">
                  <c:v>52.959539464861216</c:v>
                </c:pt>
                <c:pt idx="654">
                  <c:v>52.9568573160592</c:v>
                </c:pt>
                <c:pt idx="655">
                  <c:v>52.95969411794442</c:v>
                </c:pt>
                <c:pt idx="656">
                  <c:v>52.96808896650541</c:v>
                </c:pt>
                <c:pt idx="657">
                  <c:v>52.9820818361488</c:v>
                </c:pt>
                <c:pt idx="658">
                  <c:v>53.00171349612555</c:v>
                </c:pt>
                <c:pt idx="659">
                  <c:v>53.02702542251804</c:v>
                </c:pt>
                <c:pt idx="660">
                  <c:v>53.058059705727786</c:v>
                </c:pt>
                <c:pt idx="661">
                  <c:v>53.09485899083823</c:v>
                </c:pt>
                <c:pt idx="662">
                  <c:v>53.13746649032257</c:v>
                </c:pt>
                <c:pt idx="663">
                  <c:v>53.18592576914929</c:v>
                </c:pt>
                <c:pt idx="664">
                  <c:v>53.24028059707728</c:v>
                </c:pt>
                <c:pt idx="665">
                  <c:v>53.30057483306921</c:v>
                </c:pt>
                <c:pt idx="666">
                  <c:v>53.36685230483171</c:v>
                </c:pt>
                <c:pt idx="667">
                  <c:v>53.43915668343489</c:v>
                </c:pt>
                <c:pt idx="668">
                  <c:v>53.51753135297387</c:v>
                </c:pt>
                <c:pt idx="669">
                  <c:v>53.60201927524194</c:v>
                </c:pt>
                <c:pt idx="670">
                  <c:v>53.69266284939822</c:v>
                </c:pt>
                <c:pt idx="671">
                  <c:v>53.78950375390891</c:v>
                </c:pt>
                <c:pt idx="672">
                  <c:v>53.89258275727665</c:v>
                </c:pt>
                <c:pt idx="673">
                  <c:v>54.001939599426485</c:v>
                </c:pt>
                <c:pt idx="674">
                  <c:v>54.11761284383937</c:v>
                </c:pt>
                <c:pt idx="675">
                  <c:v>54.239639712279</c:v>
                </c:pt>
                <c:pt idx="676">
                  <c:v>54.36805591471637</c:v>
                </c:pt>
                <c:pt idx="677">
                  <c:v>54.50289547454772</c:v>
                </c:pt>
                <c:pt idx="678">
                  <c:v>54.644190549232704</c:v>
                </c:pt>
                <c:pt idx="679">
                  <c:v>54.791971246497695</c:v>
                </c:pt>
                <c:pt idx="680">
                  <c:v>54.94626543627883</c:v>
                </c:pt>
                <c:pt idx="681">
                  <c:v>55.10709856205027</c:v>
                </c:pt>
                <c:pt idx="682">
                  <c:v>55.27449345544289</c:v>
                </c:pt>
                <c:pt idx="683">
                  <c:v>55.44847012682109</c:v>
                </c:pt>
                <c:pt idx="684">
                  <c:v>55.62904555913938</c:v>
                </c:pt>
                <c:pt idx="685">
                  <c:v>55.81623350223922</c:v>
                </c:pt>
                <c:pt idx="686">
                  <c:v>56.01004426456324</c:v>
                </c:pt>
                <c:pt idx="687">
                  <c:v>56.21048450268168</c:v>
                </c:pt>
                <c:pt idx="688">
                  <c:v>56.41755700906869</c:v>
                </c:pt>
                <c:pt idx="689">
                  <c:v>56.631260498595736</c:v>
                </c:pt>
                <c:pt idx="690">
                  <c:v>56.85158939425662</c:v>
                </c:pt>
                <c:pt idx="691">
                  <c:v>57.078533612666895</c:v>
                </c:pt>
                <c:pt idx="692">
                  <c:v>57.312078349927134</c:v>
                </c:pt>
                <c:pt idx="693">
                  <c:v>57.55220386847473</c:v>
                </c:pt>
                <c:pt idx="694">
                  <c:v>57.798885285584724</c:v>
                </c:pt>
                <c:pt idx="695">
                  <c:v>58.05209236422202</c:v>
                </c:pt>
                <c:pt idx="696">
                  <c:v>58.31178930698179</c:v>
                </c:pt>
                <c:pt idx="697">
                  <c:v>58.577934553888355</c:v>
                </c:pt>
                <c:pt idx="698">
                  <c:v>58.850480584859646</c:v>
                </c:pt>
                <c:pt idx="699">
                  <c:v>59.129373727675</c:v>
                </c:pt>
                <c:pt idx="700">
                  <c:v>59.414553972312724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case</c:v>
                </c:pt>
              </c:strCache>
            </c:strRef>
          </c:tx>
          <c:spPr>
            <a:solidFill>
              <a:srgbClr val="1565C0"/>
            </a:solidFill>
            <a:ln w="25400" cap="flat">
              <a:solidFill>
                <a:srgbClr val="1565C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565C0"/>
              </a:solidFill>
              <a:ln w="9525" cap="flat">
                <a:solidFill>
                  <a:srgbClr val="1565C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Sheet1!$A$2:$A$702</c:f>
              <c:multiLvlStrCache>
                <c:ptCount val="701"/>
                <c:lvl>
                  <c:pt idx="0">
                    <c:v>400</c:v>
                  </c:pt>
                  <c:pt idx="1">
                    <c:v>401</c:v>
                  </c:pt>
                  <c:pt idx="2">
                    <c:v>402</c:v>
                  </c:pt>
                  <c:pt idx="3">
                    <c:v>403</c:v>
                  </c:pt>
                  <c:pt idx="4">
                    <c:v>404</c:v>
                  </c:pt>
                  <c:pt idx="5">
                    <c:v>405</c:v>
                  </c:pt>
                  <c:pt idx="6">
                    <c:v>406</c:v>
                  </c:pt>
                  <c:pt idx="7">
                    <c:v>407</c:v>
                  </c:pt>
                  <c:pt idx="8">
                    <c:v>408</c:v>
                  </c:pt>
                  <c:pt idx="9">
                    <c:v>409</c:v>
                  </c:pt>
                  <c:pt idx="10">
                    <c:v>410</c:v>
                  </c:pt>
                  <c:pt idx="11">
                    <c:v>411</c:v>
                  </c:pt>
                  <c:pt idx="12">
                    <c:v>412</c:v>
                  </c:pt>
                  <c:pt idx="13">
                    <c:v>413</c:v>
                  </c:pt>
                  <c:pt idx="14">
                    <c:v>414</c:v>
                  </c:pt>
                  <c:pt idx="15">
                    <c:v>415</c:v>
                  </c:pt>
                  <c:pt idx="16">
                    <c:v>416</c:v>
                  </c:pt>
                  <c:pt idx="17">
                    <c:v>417</c:v>
                  </c:pt>
                  <c:pt idx="18">
                    <c:v>418</c:v>
                  </c:pt>
                  <c:pt idx="19">
                    <c:v>419</c:v>
                  </c:pt>
                  <c:pt idx="20">
                    <c:v>420</c:v>
                  </c:pt>
                  <c:pt idx="21">
                    <c:v>421</c:v>
                  </c:pt>
                  <c:pt idx="22">
                    <c:v>422</c:v>
                  </c:pt>
                  <c:pt idx="23">
                    <c:v>423</c:v>
                  </c:pt>
                  <c:pt idx="24">
                    <c:v>424</c:v>
                  </c:pt>
                  <c:pt idx="25">
                    <c:v>425</c:v>
                  </c:pt>
                  <c:pt idx="26">
                    <c:v>426</c:v>
                  </c:pt>
                  <c:pt idx="27">
                    <c:v>427</c:v>
                  </c:pt>
                  <c:pt idx="28">
                    <c:v>428</c:v>
                  </c:pt>
                  <c:pt idx="29">
                    <c:v>429</c:v>
                  </c:pt>
                  <c:pt idx="30">
                    <c:v>430</c:v>
                  </c:pt>
                  <c:pt idx="31">
                    <c:v>431</c:v>
                  </c:pt>
                  <c:pt idx="32">
                    <c:v>432</c:v>
                  </c:pt>
                  <c:pt idx="33">
                    <c:v>433</c:v>
                  </c:pt>
                  <c:pt idx="34">
                    <c:v>434</c:v>
                  </c:pt>
                  <c:pt idx="35">
                    <c:v>435</c:v>
                  </c:pt>
                  <c:pt idx="36">
                    <c:v>436</c:v>
                  </c:pt>
                  <c:pt idx="37">
                    <c:v>437</c:v>
                  </c:pt>
                  <c:pt idx="38">
                    <c:v>438</c:v>
                  </c:pt>
                  <c:pt idx="39">
                    <c:v>439</c:v>
                  </c:pt>
                  <c:pt idx="40">
                    <c:v>440</c:v>
                  </c:pt>
                  <c:pt idx="41">
                    <c:v>441</c:v>
                  </c:pt>
                  <c:pt idx="42">
                    <c:v>442</c:v>
                  </c:pt>
                  <c:pt idx="43">
                    <c:v>443</c:v>
                  </c:pt>
                  <c:pt idx="44">
                    <c:v>444</c:v>
                  </c:pt>
                  <c:pt idx="45">
                    <c:v>445</c:v>
                  </c:pt>
                  <c:pt idx="46">
                    <c:v>446</c:v>
                  </c:pt>
                  <c:pt idx="47">
                    <c:v>447</c:v>
                  </c:pt>
                  <c:pt idx="48">
                    <c:v>448</c:v>
                  </c:pt>
                  <c:pt idx="49">
                    <c:v>449</c:v>
                  </c:pt>
                  <c:pt idx="50">
                    <c:v>450</c:v>
                  </c:pt>
                  <c:pt idx="51">
                    <c:v>451</c:v>
                  </c:pt>
                  <c:pt idx="52">
                    <c:v>452</c:v>
                  </c:pt>
                  <c:pt idx="53">
                    <c:v>453</c:v>
                  </c:pt>
                  <c:pt idx="54">
                    <c:v>454</c:v>
                  </c:pt>
                  <c:pt idx="55">
                    <c:v>455</c:v>
                  </c:pt>
                  <c:pt idx="56">
                    <c:v>456</c:v>
                  </c:pt>
                  <c:pt idx="57">
                    <c:v>457</c:v>
                  </c:pt>
                  <c:pt idx="58">
                    <c:v>458</c:v>
                  </c:pt>
                  <c:pt idx="59">
                    <c:v>459</c:v>
                  </c:pt>
                  <c:pt idx="60">
                    <c:v>460</c:v>
                  </c:pt>
                  <c:pt idx="61">
                    <c:v>461</c:v>
                  </c:pt>
                  <c:pt idx="62">
                    <c:v>462</c:v>
                  </c:pt>
                  <c:pt idx="63">
                    <c:v>463</c:v>
                  </c:pt>
                  <c:pt idx="64">
                    <c:v>464</c:v>
                  </c:pt>
                  <c:pt idx="65">
                    <c:v>465</c:v>
                  </c:pt>
                  <c:pt idx="66">
                    <c:v>466</c:v>
                  </c:pt>
                  <c:pt idx="67">
                    <c:v>467</c:v>
                  </c:pt>
                  <c:pt idx="68">
                    <c:v>468</c:v>
                  </c:pt>
                  <c:pt idx="69">
                    <c:v>469</c:v>
                  </c:pt>
                  <c:pt idx="70">
                    <c:v>470</c:v>
                  </c:pt>
                  <c:pt idx="71">
                    <c:v>471</c:v>
                  </c:pt>
                  <c:pt idx="72">
                    <c:v>472</c:v>
                  </c:pt>
                  <c:pt idx="73">
                    <c:v>473</c:v>
                  </c:pt>
                  <c:pt idx="74">
                    <c:v>474</c:v>
                  </c:pt>
                  <c:pt idx="75">
                    <c:v>475</c:v>
                  </c:pt>
                  <c:pt idx="76">
                    <c:v>476</c:v>
                  </c:pt>
                  <c:pt idx="77">
                    <c:v>477</c:v>
                  </c:pt>
                  <c:pt idx="78">
                    <c:v>478</c:v>
                  </c:pt>
                  <c:pt idx="79">
                    <c:v>479</c:v>
                  </c:pt>
                  <c:pt idx="80">
                    <c:v>480</c:v>
                  </c:pt>
                  <c:pt idx="81">
                    <c:v>481</c:v>
                  </c:pt>
                  <c:pt idx="82">
                    <c:v>482</c:v>
                  </c:pt>
                  <c:pt idx="83">
                    <c:v>483</c:v>
                  </c:pt>
                  <c:pt idx="84">
                    <c:v>484</c:v>
                  </c:pt>
                  <c:pt idx="85">
                    <c:v>485</c:v>
                  </c:pt>
                  <c:pt idx="86">
                    <c:v>486</c:v>
                  </c:pt>
                  <c:pt idx="87">
                    <c:v>487</c:v>
                  </c:pt>
                  <c:pt idx="88">
                    <c:v>488</c:v>
                  </c:pt>
                  <c:pt idx="89">
                    <c:v>489</c:v>
                  </c:pt>
                  <c:pt idx="90">
                    <c:v>490</c:v>
                  </c:pt>
                  <c:pt idx="91">
                    <c:v>491</c:v>
                  </c:pt>
                  <c:pt idx="92">
                    <c:v>492</c:v>
                  </c:pt>
                  <c:pt idx="93">
                    <c:v>493</c:v>
                  </c:pt>
                  <c:pt idx="94">
                    <c:v>494</c:v>
                  </c:pt>
                  <c:pt idx="95">
                    <c:v>495</c:v>
                  </c:pt>
                  <c:pt idx="96">
                    <c:v>496</c:v>
                  </c:pt>
                  <c:pt idx="97">
                    <c:v>497</c:v>
                  </c:pt>
                  <c:pt idx="98">
                    <c:v>498</c:v>
                  </c:pt>
                  <c:pt idx="99">
                    <c:v>499</c:v>
                  </c:pt>
                  <c:pt idx="100">
                    <c:v>500</c:v>
                  </c:pt>
                  <c:pt idx="101">
                    <c:v>501</c:v>
                  </c:pt>
                  <c:pt idx="102">
                    <c:v>502</c:v>
                  </c:pt>
                  <c:pt idx="103">
                    <c:v>503</c:v>
                  </c:pt>
                  <c:pt idx="104">
                    <c:v>504</c:v>
                  </c:pt>
                  <c:pt idx="105">
                    <c:v>505</c:v>
                  </c:pt>
                  <c:pt idx="106">
                    <c:v>506</c:v>
                  </c:pt>
                  <c:pt idx="107">
                    <c:v>507</c:v>
                  </c:pt>
                  <c:pt idx="108">
                    <c:v>508</c:v>
                  </c:pt>
                  <c:pt idx="109">
                    <c:v>509</c:v>
                  </c:pt>
                  <c:pt idx="110">
                    <c:v>510</c:v>
                  </c:pt>
                  <c:pt idx="111">
                    <c:v>511</c:v>
                  </c:pt>
                  <c:pt idx="112">
                    <c:v>512</c:v>
                  </c:pt>
                  <c:pt idx="113">
                    <c:v>513</c:v>
                  </c:pt>
                  <c:pt idx="114">
                    <c:v>514</c:v>
                  </c:pt>
                  <c:pt idx="115">
                    <c:v>515</c:v>
                  </c:pt>
                  <c:pt idx="116">
                    <c:v>516</c:v>
                  </c:pt>
                  <c:pt idx="117">
                    <c:v>517</c:v>
                  </c:pt>
                  <c:pt idx="118">
                    <c:v>518</c:v>
                  </c:pt>
                  <c:pt idx="119">
                    <c:v>519</c:v>
                  </c:pt>
                  <c:pt idx="120">
                    <c:v>520</c:v>
                  </c:pt>
                  <c:pt idx="121">
                    <c:v>521</c:v>
                  </c:pt>
                  <c:pt idx="122">
                    <c:v>522</c:v>
                  </c:pt>
                  <c:pt idx="123">
                    <c:v>523</c:v>
                  </c:pt>
                  <c:pt idx="124">
                    <c:v>524</c:v>
                  </c:pt>
                  <c:pt idx="125">
                    <c:v>525</c:v>
                  </c:pt>
                  <c:pt idx="126">
                    <c:v>526</c:v>
                  </c:pt>
                  <c:pt idx="127">
                    <c:v>527</c:v>
                  </c:pt>
                  <c:pt idx="128">
                    <c:v>528</c:v>
                  </c:pt>
                  <c:pt idx="129">
                    <c:v>529</c:v>
                  </c:pt>
                  <c:pt idx="130">
                    <c:v>530</c:v>
                  </c:pt>
                  <c:pt idx="131">
                    <c:v>531</c:v>
                  </c:pt>
                  <c:pt idx="132">
                    <c:v>532</c:v>
                  </c:pt>
                  <c:pt idx="133">
                    <c:v>533</c:v>
                  </c:pt>
                  <c:pt idx="134">
                    <c:v>534</c:v>
                  </c:pt>
                  <c:pt idx="135">
                    <c:v>535</c:v>
                  </c:pt>
                  <c:pt idx="136">
                    <c:v>536</c:v>
                  </c:pt>
                  <c:pt idx="137">
                    <c:v>537</c:v>
                  </c:pt>
                  <c:pt idx="138">
                    <c:v>538</c:v>
                  </c:pt>
                  <c:pt idx="139">
                    <c:v>539</c:v>
                  </c:pt>
                  <c:pt idx="140">
                    <c:v>540</c:v>
                  </c:pt>
                  <c:pt idx="141">
                    <c:v>541</c:v>
                  </c:pt>
                  <c:pt idx="142">
                    <c:v>542</c:v>
                  </c:pt>
                  <c:pt idx="143">
                    <c:v>543</c:v>
                  </c:pt>
                  <c:pt idx="144">
                    <c:v>544</c:v>
                  </c:pt>
                  <c:pt idx="145">
                    <c:v>545</c:v>
                  </c:pt>
                  <c:pt idx="146">
                    <c:v>546</c:v>
                  </c:pt>
                  <c:pt idx="147">
                    <c:v>547</c:v>
                  </c:pt>
                  <c:pt idx="148">
                    <c:v>548</c:v>
                  </c:pt>
                  <c:pt idx="149">
                    <c:v>549</c:v>
                  </c:pt>
                  <c:pt idx="150">
                    <c:v>550</c:v>
                  </c:pt>
                  <c:pt idx="151">
                    <c:v>551</c:v>
                  </c:pt>
                  <c:pt idx="152">
                    <c:v>552</c:v>
                  </c:pt>
                  <c:pt idx="153">
                    <c:v>553</c:v>
                  </c:pt>
                  <c:pt idx="154">
                    <c:v>554</c:v>
                  </c:pt>
                  <c:pt idx="155">
                    <c:v>555</c:v>
                  </c:pt>
                  <c:pt idx="156">
                    <c:v>556</c:v>
                  </c:pt>
                  <c:pt idx="157">
                    <c:v>557</c:v>
                  </c:pt>
                  <c:pt idx="158">
                    <c:v>558</c:v>
                  </c:pt>
                  <c:pt idx="159">
                    <c:v>559</c:v>
                  </c:pt>
                  <c:pt idx="160">
                    <c:v>560</c:v>
                  </c:pt>
                  <c:pt idx="161">
                    <c:v>561</c:v>
                  </c:pt>
                  <c:pt idx="162">
                    <c:v>562</c:v>
                  </c:pt>
                  <c:pt idx="163">
                    <c:v>563</c:v>
                  </c:pt>
                  <c:pt idx="164">
                    <c:v>564</c:v>
                  </c:pt>
                  <c:pt idx="165">
                    <c:v>565</c:v>
                  </c:pt>
                  <c:pt idx="166">
                    <c:v>566</c:v>
                  </c:pt>
                  <c:pt idx="167">
                    <c:v>567</c:v>
                  </c:pt>
                  <c:pt idx="168">
                    <c:v>568</c:v>
                  </c:pt>
                  <c:pt idx="169">
                    <c:v>569</c:v>
                  </c:pt>
                  <c:pt idx="170">
                    <c:v>570</c:v>
                  </c:pt>
                  <c:pt idx="171">
                    <c:v>571</c:v>
                  </c:pt>
                  <c:pt idx="172">
                    <c:v>572</c:v>
                  </c:pt>
                  <c:pt idx="173">
                    <c:v>573</c:v>
                  </c:pt>
                  <c:pt idx="174">
                    <c:v>574</c:v>
                  </c:pt>
                  <c:pt idx="175">
                    <c:v>575</c:v>
                  </c:pt>
                  <c:pt idx="176">
                    <c:v>576</c:v>
                  </c:pt>
                  <c:pt idx="177">
                    <c:v>577</c:v>
                  </c:pt>
                  <c:pt idx="178">
                    <c:v>578</c:v>
                  </c:pt>
                  <c:pt idx="179">
                    <c:v>579</c:v>
                  </c:pt>
                  <c:pt idx="180">
                    <c:v>580</c:v>
                  </c:pt>
                  <c:pt idx="181">
                    <c:v>581</c:v>
                  </c:pt>
                  <c:pt idx="182">
                    <c:v>582</c:v>
                  </c:pt>
                  <c:pt idx="183">
                    <c:v>583</c:v>
                  </c:pt>
                  <c:pt idx="184">
                    <c:v>584</c:v>
                  </c:pt>
                  <c:pt idx="185">
                    <c:v>585</c:v>
                  </c:pt>
                  <c:pt idx="186">
                    <c:v>586</c:v>
                  </c:pt>
                  <c:pt idx="187">
                    <c:v>587</c:v>
                  </c:pt>
                  <c:pt idx="188">
                    <c:v>588</c:v>
                  </c:pt>
                  <c:pt idx="189">
                    <c:v>589</c:v>
                  </c:pt>
                  <c:pt idx="190">
                    <c:v>590</c:v>
                  </c:pt>
                  <c:pt idx="191">
                    <c:v>591</c:v>
                  </c:pt>
                  <c:pt idx="192">
                    <c:v>592</c:v>
                  </c:pt>
                  <c:pt idx="193">
                    <c:v>593</c:v>
                  </c:pt>
                  <c:pt idx="194">
                    <c:v>594</c:v>
                  </c:pt>
                  <c:pt idx="195">
                    <c:v>595</c:v>
                  </c:pt>
                  <c:pt idx="196">
                    <c:v>596</c:v>
                  </c:pt>
                  <c:pt idx="197">
                    <c:v>597</c:v>
                  </c:pt>
                  <c:pt idx="198">
                    <c:v>598</c:v>
                  </c:pt>
                  <c:pt idx="199">
                    <c:v>599</c:v>
                  </c:pt>
                  <c:pt idx="200">
                    <c:v>600</c:v>
                  </c:pt>
                  <c:pt idx="201">
                    <c:v>601</c:v>
                  </c:pt>
                  <c:pt idx="202">
                    <c:v>602</c:v>
                  </c:pt>
                  <c:pt idx="203">
                    <c:v>603</c:v>
                  </c:pt>
                  <c:pt idx="204">
                    <c:v>604</c:v>
                  </c:pt>
                  <c:pt idx="205">
                    <c:v>605</c:v>
                  </c:pt>
                  <c:pt idx="206">
                    <c:v>606</c:v>
                  </c:pt>
                  <c:pt idx="207">
                    <c:v>607</c:v>
                  </c:pt>
                  <c:pt idx="208">
                    <c:v>608</c:v>
                  </c:pt>
                  <c:pt idx="209">
                    <c:v>609</c:v>
                  </c:pt>
                  <c:pt idx="210">
                    <c:v>610</c:v>
                  </c:pt>
                  <c:pt idx="211">
                    <c:v>611</c:v>
                  </c:pt>
                  <c:pt idx="212">
                    <c:v>612</c:v>
                  </c:pt>
                  <c:pt idx="213">
                    <c:v>613</c:v>
                  </c:pt>
                  <c:pt idx="214">
                    <c:v>614</c:v>
                  </c:pt>
                  <c:pt idx="215">
                    <c:v>615</c:v>
                  </c:pt>
                  <c:pt idx="216">
                    <c:v>616</c:v>
                  </c:pt>
                  <c:pt idx="217">
                    <c:v>617</c:v>
                  </c:pt>
                  <c:pt idx="218">
                    <c:v>618</c:v>
                  </c:pt>
                  <c:pt idx="219">
                    <c:v>619</c:v>
                  </c:pt>
                  <c:pt idx="220">
                    <c:v>620</c:v>
                  </c:pt>
                  <c:pt idx="221">
                    <c:v>621</c:v>
                  </c:pt>
                  <c:pt idx="222">
                    <c:v>622</c:v>
                  </c:pt>
                  <c:pt idx="223">
                    <c:v>623</c:v>
                  </c:pt>
                  <c:pt idx="224">
                    <c:v>624</c:v>
                  </c:pt>
                  <c:pt idx="225">
                    <c:v>625</c:v>
                  </c:pt>
                  <c:pt idx="226">
                    <c:v>626</c:v>
                  </c:pt>
                  <c:pt idx="227">
                    <c:v>627</c:v>
                  </c:pt>
                  <c:pt idx="228">
                    <c:v>628</c:v>
                  </c:pt>
                  <c:pt idx="229">
                    <c:v>629</c:v>
                  </c:pt>
                  <c:pt idx="230">
                    <c:v>630</c:v>
                  </c:pt>
                  <c:pt idx="231">
                    <c:v>631</c:v>
                  </c:pt>
                  <c:pt idx="232">
                    <c:v>632</c:v>
                  </c:pt>
                  <c:pt idx="233">
                    <c:v>633</c:v>
                  </c:pt>
                  <c:pt idx="234">
                    <c:v>634</c:v>
                  </c:pt>
                  <c:pt idx="235">
                    <c:v>635</c:v>
                  </c:pt>
                  <c:pt idx="236">
                    <c:v>636</c:v>
                  </c:pt>
                  <c:pt idx="237">
                    <c:v>637</c:v>
                  </c:pt>
                  <c:pt idx="238">
                    <c:v>638</c:v>
                  </c:pt>
                  <c:pt idx="239">
                    <c:v>639</c:v>
                  </c:pt>
                  <c:pt idx="240">
                    <c:v>640</c:v>
                  </c:pt>
                  <c:pt idx="241">
                    <c:v>641</c:v>
                  </c:pt>
                  <c:pt idx="242">
                    <c:v>642</c:v>
                  </c:pt>
                  <c:pt idx="243">
                    <c:v>643</c:v>
                  </c:pt>
                  <c:pt idx="244">
                    <c:v>644</c:v>
                  </c:pt>
                  <c:pt idx="245">
                    <c:v>645</c:v>
                  </c:pt>
                  <c:pt idx="246">
                    <c:v>646</c:v>
                  </c:pt>
                  <c:pt idx="247">
                    <c:v>647</c:v>
                  </c:pt>
                  <c:pt idx="248">
                    <c:v>648</c:v>
                  </c:pt>
                  <c:pt idx="249">
                    <c:v>649</c:v>
                  </c:pt>
                  <c:pt idx="250">
                    <c:v>650</c:v>
                  </c:pt>
                  <c:pt idx="251">
                    <c:v>651</c:v>
                  </c:pt>
                  <c:pt idx="252">
                    <c:v>652</c:v>
                  </c:pt>
                  <c:pt idx="253">
                    <c:v>653</c:v>
                  </c:pt>
                  <c:pt idx="254">
                    <c:v>654</c:v>
                  </c:pt>
                  <c:pt idx="255">
                    <c:v>655</c:v>
                  </c:pt>
                  <c:pt idx="256">
                    <c:v>656</c:v>
                  </c:pt>
                  <c:pt idx="257">
                    <c:v>657</c:v>
                  </c:pt>
                  <c:pt idx="258">
                    <c:v>658</c:v>
                  </c:pt>
                  <c:pt idx="259">
                    <c:v>659</c:v>
                  </c:pt>
                  <c:pt idx="260">
                    <c:v>660</c:v>
                  </c:pt>
                  <c:pt idx="261">
                    <c:v>661</c:v>
                  </c:pt>
                  <c:pt idx="262">
                    <c:v>662</c:v>
                  </c:pt>
                  <c:pt idx="263">
                    <c:v>663</c:v>
                  </c:pt>
                  <c:pt idx="264">
                    <c:v>664</c:v>
                  </c:pt>
                  <c:pt idx="265">
                    <c:v>665</c:v>
                  </c:pt>
                  <c:pt idx="266">
                    <c:v>666</c:v>
                  </c:pt>
                  <c:pt idx="267">
                    <c:v>667</c:v>
                  </c:pt>
                  <c:pt idx="268">
                    <c:v>668</c:v>
                  </c:pt>
                  <c:pt idx="269">
                    <c:v>669</c:v>
                  </c:pt>
                  <c:pt idx="270">
                    <c:v>670</c:v>
                  </c:pt>
                  <c:pt idx="271">
                    <c:v>671</c:v>
                  </c:pt>
                  <c:pt idx="272">
                    <c:v>672</c:v>
                  </c:pt>
                  <c:pt idx="273">
                    <c:v>673</c:v>
                  </c:pt>
                  <c:pt idx="274">
                    <c:v>674</c:v>
                  </c:pt>
                  <c:pt idx="275">
                    <c:v>675</c:v>
                  </c:pt>
                  <c:pt idx="276">
                    <c:v>676</c:v>
                  </c:pt>
                  <c:pt idx="277">
                    <c:v>677</c:v>
                  </c:pt>
                  <c:pt idx="278">
                    <c:v>678</c:v>
                  </c:pt>
                  <c:pt idx="279">
                    <c:v>679</c:v>
                  </c:pt>
                  <c:pt idx="280">
                    <c:v>680</c:v>
                  </c:pt>
                  <c:pt idx="281">
                    <c:v>681</c:v>
                  </c:pt>
                  <c:pt idx="282">
                    <c:v>682</c:v>
                  </c:pt>
                  <c:pt idx="283">
                    <c:v>683</c:v>
                  </c:pt>
                  <c:pt idx="284">
                    <c:v>684</c:v>
                  </c:pt>
                  <c:pt idx="285">
                    <c:v>685</c:v>
                  </c:pt>
                  <c:pt idx="286">
                    <c:v>686</c:v>
                  </c:pt>
                  <c:pt idx="287">
                    <c:v>687</c:v>
                  </c:pt>
                  <c:pt idx="288">
                    <c:v>688</c:v>
                  </c:pt>
                  <c:pt idx="289">
                    <c:v>689</c:v>
                  </c:pt>
                  <c:pt idx="290">
                    <c:v>690</c:v>
                  </c:pt>
                  <c:pt idx="291">
                    <c:v>691</c:v>
                  </c:pt>
                  <c:pt idx="292">
                    <c:v>692</c:v>
                  </c:pt>
                  <c:pt idx="293">
                    <c:v>693</c:v>
                  </c:pt>
                  <c:pt idx="294">
                    <c:v>694</c:v>
                  </c:pt>
                  <c:pt idx="295">
                    <c:v>695</c:v>
                  </c:pt>
                  <c:pt idx="296">
                    <c:v>696</c:v>
                  </c:pt>
                  <c:pt idx="297">
                    <c:v>697</c:v>
                  </c:pt>
                  <c:pt idx="298">
                    <c:v>698</c:v>
                  </c:pt>
                  <c:pt idx="299">
                    <c:v>699</c:v>
                  </c:pt>
                  <c:pt idx="300">
                    <c:v>700</c:v>
                  </c:pt>
                  <c:pt idx="301">
                    <c:v>701</c:v>
                  </c:pt>
                  <c:pt idx="302">
                    <c:v>702</c:v>
                  </c:pt>
                  <c:pt idx="303">
                    <c:v>703</c:v>
                  </c:pt>
                  <c:pt idx="304">
                    <c:v>704</c:v>
                  </c:pt>
                  <c:pt idx="305">
                    <c:v>705</c:v>
                  </c:pt>
                  <c:pt idx="306">
                    <c:v>706</c:v>
                  </c:pt>
                  <c:pt idx="307">
                    <c:v>707</c:v>
                  </c:pt>
                  <c:pt idx="308">
                    <c:v>708</c:v>
                  </c:pt>
                  <c:pt idx="309">
                    <c:v>709</c:v>
                  </c:pt>
                  <c:pt idx="310">
                    <c:v>710</c:v>
                  </c:pt>
                  <c:pt idx="311">
                    <c:v>711</c:v>
                  </c:pt>
                  <c:pt idx="312">
                    <c:v>712</c:v>
                  </c:pt>
                  <c:pt idx="313">
                    <c:v>713</c:v>
                  </c:pt>
                  <c:pt idx="314">
                    <c:v>714</c:v>
                  </c:pt>
                  <c:pt idx="315">
                    <c:v>715</c:v>
                  </c:pt>
                  <c:pt idx="316">
                    <c:v>716</c:v>
                  </c:pt>
                  <c:pt idx="317">
                    <c:v>717</c:v>
                  </c:pt>
                  <c:pt idx="318">
                    <c:v>718</c:v>
                  </c:pt>
                  <c:pt idx="319">
                    <c:v>719</c:v>
                  </c:pt>
                  <c:pt idx="320">
                    <c:v>720</c:v>
                  </c:pt>
                  <c:pt idx="321">
                    <c:v>721</c:v>
                  </c:pt>
                  <c:pt idx="322">
                    <c:v>722</c:v>
                  </c:pt>
                  <c:pt idx="323">
                    <c:v>723</c:v>
                  </c:pt>
                  <c:pt idx="324">
                    <c:v>724</c:v>
                  </c:pt>
                  <c:pt idx="325">
                    <c:v>725</c:v>
                  </c:pt>
                  <c:pt idx="326">
                    <c:v>726</c:v>
                  </c:pt>
                  <c:pt idx="327">
                    <c:v>727</c:v>
                  </c:pt>
                  <c:pt idx="328">
                    <c:v>728</c:v>
                  </c:pt>
                  <c:pt idx="329">
                    <c:v>729</c:v>
                  </c:pt>
                  <c:pt idx="330">
                    <c:v>730</c:v>
                  </c:pt>
                  <c:pt idx="331">
                    <c:v>731</c:v>
                  </c:pt>
                  <c:pt idx="332">
                    <c:v>732</c:v>
                  </c:pt>
                  <c:pt idx="333">
                    <c:v>733</c:v>
                  </c:pt>
                  <c:pt idx="334">
                    <c:v>734</c:v>
                  </c:pt>
                  <c:pt idx="335">
                    <c:v>735</c:v>
                  </c:pt>
                  <c:pt idx="336">
                    <c:v>736</c:v>
                  </c:pt>
                  <c:pt idx="337">
                    <c:v>737</c:v>
                  </c:pt>
                  <c:pt idx="338">
                    <c:v>738</c:v>
                  </c:pt>
                  <c:pt idx="339">
                    <c:v>739</c:v>
                  </c:pt>
                  <c:pt idx="340">
                    <c:v>740</c:v>
                  </c:pt>
                  <c:pt idx="341">
                    <c:v>741</c:v>
                  </c:pt>
                  <c:pt idx="342">
                    <c:v>742</c:v>
                  </c:pt>
                  <c:pt idx="343">
                    <c:v>743</c:v>
                  </c:pt>
                  <c:pt idx="344">
                    <c:v>744</c:v>
                  </c:pt>
                  <c:pt idx="345">
                    <c:v>745</c:v>
                  </c:pt>
                  <c:pt idx="346">
                    <c:v>746</c:v>
                  </c:pt>
                  <c:pt idx="347">
                    <c:v>747</c:v>
                  </c:pt>
                  <c:pt idx="348">
                    <c:v>748</c:v>
                  </c:pt>
                  <c:pt idx="349">
                    <c:v>749</c:v>
                  </c:pt>
                  <c:pt idx="350">
                    <c:v>750</c:v>
                  </c:pt>
                  <c:pt idx="351">
                    <c:v>751</c:v>
                  </c:pt>
                  <c:pt idx="352">
                    <c:v>752</c:v>
                  </c:pt>
                  <c:pt idx="353">
                    <c:v>753</c:v>
                  </c:pt>
                  <c:pt idx="354">
                    <c:v>754</c:v>
                  </c:pt>
                  <c:pt idx="355">
                    <c:v>755</c:v>
                  </c:pt>
                  <c:pt idx="356">
                    <c:v>756</c:v>
                  </c:pt>
                  <c:pt idx="357">
                    <c:v>757</c:v>
                  </c:pt>
                  <c:pt idx="358">
                    <c:v>758</c:v>
                  </c:pt>
                  <c:pt idx="359">
                    <c:v>759</c:v>
                  </c:pt>
                  <c:pt idx="360">
                    <c:v>760</c:v>
                  </c:pt>
                  <c:pt idx="361">
                    <c:v>761</c:v>
                  </c:pt>
                  <c:pt idx="362">
                    <c:v>762</c:v>
                  </c:pt>
                  <c:pt idx="363">
                    <c:v>763</c:v>
                  </c:pt>
                  <c:pt idx="364">
                    <c:v>764</c:v>
                  </c:pt>
                  <c:pt idx="365">
                    <c:v>765</c:v>
                  </c:pt>
                  <c:pt idx="366">
                    <c:v>766</c:v>
                  </c:pt>
                  <c:pt idx="367">
                    <c:v>767</c:v>
                  </c:pt>
                  <c:pt idx="368">
                    <c:v>768</c:v>
                  </c:pt>
                  <c:pt idx="369">
                    <c:v>769</c:v>
                  </c:pt>
                  <c:pt idx="370">
                    <c:v>770</c:v>
                  </c:pt>
                  <c:pt idx="371">
                    <c:v>771</c:v>
                  </c:pt>
                  <c:pt idx="372">
                    <c:v>772</c:v>
                  </c:pt>
                  <c:pt idx="373">
                    <c:v>773</c:v>
                  </c:pt>
                  <c:pt idx="374">
                    <c:v>774</c:v>
                  </c:pt>
                  <c:pt idx="375">
                    <c:v>775</c:v>
                  </c:pt>
                  <c:pt idx="376">
                    <c:v>776</c:v>
                  </c:pt>
                  <c:pt idx="377">
                    <c:v>777</c:v>
                  </c:pt>
                  <c:pt idx="378">
                    <c:v>778</c:v>
                  </c:pt>
                  <c:pt idx="379">
                    <c:v>779</c:v>
                  </c:pt>
                  <c:pt idx="380">
                    <c:v>780</c:v>
                  </c:pt>
                  <c:pt idx="381">
                    <c:v>781</c:v>
                  </c:pt>
                  <c:pt idx="382">
                    <c:v>782</c:v>
                  </c:pt>
                  <c:pt idx="383">
                    <c:v>783</c:v>
                  </c:pt>
                  <c:pt idx="384">
                    <c:v>784</c:v>
                  </c:pt>
                  <c:pt idx="385">
                    <c:v>785</c:v>
                  </c:pt>
                  <c:pt idx="386">
                    <c:v>786</c:v>
                  </c:pt>
                  <c:pt idx="387">
                    <c:v>787</c:v>
                  </c:pt>
                  <c:pt idx="388">
                    <c:v>788</c:v>
                  </c:pt>
                  <c:pt idx="389">
                    <c:v>789</c:v>
                  </c:pt>
                  <c:pt idx="390">
                    <c:v>790</c:v>
                  </c:pt>
                  <c:pt idx="391">
                    <c:v>791</c:v>
                  </c:pt>
                  <c:pt idx="392">
                    <c:v>792</c:v>
                  </c:pt>
                  <c:pt idx="393">
                    <c:v>793</c:v>
                  </c:pt>
                  <c:pt idx="394">
                    <c:v>794</c:v>
                  </c:pt>
                  <c:pt idx="395">
                    <c:v>795</c:v>
                  </c:pt>
                  <c:pt idx="396">
                    <c:v>796</c:v>
                  </c:pt>
                  <c:pt idx="397">
                    <c:v>797</c:v>
                  </c:pt>
                  <c:pt idx="398">
                    <c:v>798</c:v>
                  </c:pt>
                  <c:pt idx="399">
                    <c:v>799</c:v>
                  </c:pt>
                  <c:pt idx="400">
                    <c:v>800</c:v>
                  </c:pt>
                  <c:pt idx="401">
                    <c:v>801</c:v>
                  </c:pt>
                  <c:pt idx="402">
                    <c:v>802</c:v>
                  </c:pt>
                  <c:pt idx="403">
                    <c:v>803</c:v>
                  </c:pt>
                  <c:pt idx="404">
                    <c:v>804</c:v>
                  </c:pt>
                  <c:pt idx="405">
                    <c:v>805</c:v>
                  </c:pt>
                  <c:pt idx="406">
                    <c:v>806</c:v>
                  </c:pt>
                  <c:pt idx="407">
                    <c:v>807</c:v>
                  </c:pt>
                  <c:pt idx="408">
                    <c:v>808</c:v>
                  </c:pt>
                  <c:pt idx="409">
                    <c:v>809</c:v>
                  </c:pt>
                  <c:pt idx="410">
                    <c:v>810</c:v>
                  </c:pt>
                  <c:pt idx="411">
                    <c:v>811</c:v>
                  </c:pt>
                  <c:pt idx="412">
                    <c:v>812</c:v>
                  </c:pt>
                  <c:pt idx="413">
                    <c:v>813</c:v>
                  </c:pt>
                  <c:pt idx="414">
                    <c:v>814</c:v>
                  </c:pt>
                  <c:pt idx="415">
                    <c:v>815</c:v>
                  </c:pt>
                  <c:pt idx="416">
                    <c:v>816</c:v>
                  </c:pt>
                  <c:pt idx="417">
                    <c:v>817</c:v>
                  </c:pt>
                  <c:pt idx="418">
                    <c:v>818</c:v>
                  </c:pt>
                  <c:pt idx="419">
                    <c:v>819</c:v>
                  </c:pt>
                  <c:pt idx="420">
                    <c:v>820</c:v>
                  </c:pt>
                  <c:pt idx="421">
                    <c:v>821</c:v>
                  </c:pt>
                  <c:pt idx="422">
                    <c:v>822</c:v>
                  </c:pt>
                  <c:pt idx="423">
                    <c:v>823</c:v>
                  </c:pt>
                  <c:pt idx="424">
                    <c:v>824</c:v>
                  </c:pt>
                  <c:pt idx="425">
                    <c:v>825</c:v>
                  </c:pt>
                  <c:pt idx="426">
                    <c:v>826</c:v>
                  </c:pt>
                  <c:pt idx="427">
                    <c:v>827</c:v>
                  </c:pt>
                  <c:pt idx="428">
                    <c:v>828</c:v>
                  </c:pt>
                  <c:pt idx="429">
                    <c:v>829</c:v>
                  </c:pt>
                  <c:pt idx="430">
                    <c:v>830</c:v>
                  </c:pt>
                  <c:pt idx="431">
                    <c:v>831</c:v>
                  </c:pt>
                  <c:pt idx="432">
                    <c:v>832</c:v>
                  </c:pt>
                  <c:pt idx="433">
                    <c:v>833</c:v>
                  </c:pt>
                  <c:pt idx="434">
                    <c:v>834</c:v>
                  </c:pt>
                  <c:pt idx="435">
                    <c:v>835</c:v>
                  </c:pt>
                  <c:pt idx="436">
                    <c:v>836</c:v>
                  </c:pt>
                  <c:pt idx="437">
                    <c:v>837</c:v>
                  </c:pt>
                  <c:pt idx="438">
                    <c:v>838</c:v>
                  </c:pt>
                  <c:pt idx="439">
                    <c:v>839</c:v>
                  </c:pt>
                  <c:pt idx="440">
                    <c:v>840</c:v>
                  </c:pt>
                  <c:pt idx="441">
                    <c:v>841</c:v>
                  </c:pt>
                  <c:pt idx="442">
                    <c:v>842</c:v>
                  </c:pt>
                  <c:pt idx="443">
                    <c:v>843</c:v>
                  </c:pt>
                  <c:pt idx="444">
                    <c:v>844</c:v>
                  </c:pt>
                  <c:pt idx="445">
                    <c:v>845</c:v>
                  </c:pt>
                  <c:pt idx="446">
                    <c:v>846</c:v>
                  </c:pt>
                  <c:pt idx="447">
                    <c:v>847</c:v>
                  </c:pt>
                  <c:pt idx="448">
                    <c:v>848</c:v>
                  </c:pt>
                  <c:pt idx="449">
                    <c:v>849</c:v>
                  </c:pt>
                  <c:pt idx="450">
                    <c:v>850</c:v>
                  </c:pt>
                  <c:pt idx="451">
                    <c:v>851</c:v>
                  </c:pt>
                  <c:pt idx="452">
                    <c:v>852</c:v>
                  </c:pt>
                  <c:pt idx="453">
                    <c:v>853</c:v>
                  </c:pt>
                  <c:pt idx="454">
                    <c:v>854</c:v>
                  </c:pt>
                  <c:pt idx="455">
                    <c:v>855</c:v>
                  </c:pt>
                  <c:pt idx="456">
                    <c:v>856</c:v>
                  </c:pt>
                  <c:pt idx="457">
                    <c:v>857</c:v>
                  </c:pt>
                  <c:pt idx="458">
                    <c:v>858</c:v>
                  </c:pt>
                  <c:pt idx="459">
                    <c:v>859</c:v>
                  </c:pt>
                  <c:pt idx="460">
                    <c:v>860</c:v>
                  </c:pt>
                  <c:pt idx="461">
                    <c:v>861</c:v>
                  </c:pt>
                  <c:pt idx="462">
                    <c:v>862</c:v>
                  </c:pt>
                  <c:pt idx="463">
                    <c:v>863</c:v>
                  </c:pt>
                  <c:pt idx="464">
                    <c:v>864</c:v>
                  </c:pt>
                  <c:pt idx="465">
                    <c:v>865</c:v>
                  </c:pt>
                  <c:pt idx="466">
                    <c:v>866</c:v>
                  </c:pt>
                  <c:pt idx="467">
                    <c:v>867</c:v>
                  </c:pt>
                  <c:pt idx="468">
                    <c:v>868</c:v>
                  </c:pt>
                  <c:pt idx="469">
                    <c:v>869</c:v>
                  </c:pt>
                  <c:pt idx="470">
                    <c:v>870</c:v>
                  </c:pt>
                  <c:pt idx="471">
                    <c:v>871</c:v>
                  </c:pt>
                  <c:pt idx="472">
                    <c:v>872</c:v>
                  </c:pt>
                  <c:pt idx="473">
                    <c:v>873</c:v>
                  </c:pt>
                  <c:pt idx="474">
                    <c:v>874</c:v>
                  </c:pt>
                  <c:pt idx="475">
                    <c:v>875</c:v>
                  </c:pt>
                  <c:pt idx="476">
                    <c:v>876</c:v>
                  </c:pt>
                  <c:pt idx="477">
                    <c:v>877</c:v>
                  </c:pt>
                  <c:pt idx="478">
                    <c:v>878</c:v>
                  </c:pt>
                  <c:pt idx="479">
                    <c:v>879</c:v>
                  </c:pt>
                  <c:pt idx="480">
                    <c:v>880</c:v>
                  </c:pt>
                  <c:pt idx="481">
                    <c:v>881</c:v>
                  </c:pt>
                  <c:pt idx="482">
                    <c:v>882</c:v>
                  </c:pt>
                  <c:pt idx="483">
                    <c:v>883</c:v>
                  </c:pt>
                  <c:pt idx="484">
                    <c:v>884</c:v>
                  </c:pt>
                  <c:pt idx="485">
                    <c:v>885</c:v>
                  </c:pt>
                  <c:pt idx="486">
                    <c:v>886</c:v>
                  </c:pt>
                  <c:pt idx="487">
                    <c:v>887</c:v>
                  </c:pt>
                  <c:pt idx="488">
                    <c:v>888</c:v>
                  </c:pt>
                  <c:pt idx="489">
                    <c:v>889</c:v>
                  </c:pt>
                  <c:pt idx="490">
                    <c:v>890</c:v>
                  </c:pt>
                  <c:pt idx="491">
                    <c:v>891</c:v>
                  </c:pt>
                  <c:pt idx="492">
                    <c:v>892</c:v>
                  </c:pt>
                  <c:pt idx="493">
                    <c:v>893</c:v>
                  </c:pt>
                  <c:pt idx="494">
                    <c:v>894</c:v>
                  </c:pt>
                  <c:pt idx="495">
                    <c:v>895</c:v>
                  </c:pt>
                  <c:pt idx="496">
                    <c:v>896</c:v>
                  </c:pt>
                  <c:pt idx="497">
                    <c:v>897</c:v>
                  </c:pt>
                  <c:pt idx="498">
                    <c:v>898</c:v>
                  </c:pt>
                  <c:pt idx="499">
                    <c:v>899</c:v>
                  </c:pt>
                  <c:pt idx="500">
                    <c:v>900</c:v>
                  </c:pt>
                  <c:pt idx="501">
                    <c:v>901</c:v>
                  </c:pt>
                  <c:pt idx="502">
                    <c:v>902</c:v>
                  </c:pt>
                  <c:pt idx="503">
                    <c:v>903</c:v>
                  </c:pt>
                  <c:pt idx="504">
                    <c:v>904</c:v>
                  </c:pt>
                  <c:pt idx="505">
                    <c:v>905</c:v>
                  </c:pt>
                  <c:pt idx="506">
                    <c:v>906</c:v>
                  </c:pt>
                  <c:pt idx="507">
                    <c:v>907</c:v>
                  </c:pt>
                  <c:pt idx="508">
                    <c:v>908</c:v>
                  </c:pt>
                  <c:pt idx="509">
                    <c:v>909</c:v>
                  </c:pt>
                  <c:pt idx="510">
                    <c:v>910</c:v>
                  </c:pt>
                  <c:pt idx="511">
                    <c:v>911</c:v>
                  </c:pt>
                  <c:pt idx="512">
                    <c:v>912</c:v>
                  </c:pt>
                  <c:pt idx="513">
                    <c:v>913</c:v>
                  </c:pt>
                  <c:pt idx="514">
                    <c:v>914</c:v>
                  </c:pt>
                  <c:pt idx="515">
                    <c:v>915</c:v>
                  </c:pt>
                  <c:pt idx="516">
                    <c:v>916</c:v>
                  </c:pt>
                  <c:pt idx="517">
                    <c:v>917</c:v>
                  </c:pt>
                  <c:pt idx="518">
                    <c:v>918</c:v>
                  </c:pt>
                  <c:pt idx="519">
                    <c:v>919</c:v>
                  </c:pt>
                  <c:pt idx="520">
                    <c:v>920</c:v>
                  </c:pt>
                  <c:pt idx="521">
                    <c:v>921</c:v>
                  </c:pt>
                  <c:pt idx="522">
                    <c:v>922</c:v>
                  </c:pt>
                  <c:pt idx="523">
                    <c:v>923</c:v>
                  </c:pt>
                  <c:pt idx="524">
                    <c:v>924</c:v>
                  </c:pt>
                  <c:pt idx="525">
                    <c:v>925</c:v>
                  </c:pt>
                  <c:pt idx="526">
                    <c:v>926</c:v>
                  </c:pt>
                  <c:pt idx="527">
                    <c:v>927</c:v>
                  </c:pt>
                  <c:pt idx="528">
                    <c:v>928</c:v>
                  </c:pt>
                  <c:pt idx="529">
                    <c:v>929</c:v>
                  </c:pt>
                  <c:pt idx="530">
                    <c:v>930</c:v>
                  </c:pt>
                  <c:pt idx="531">
                    <c:v>931</c:v>
                  </c:pt>
                  <c:pt idx="532">
                    <c:v>932</c:v>
                  </c:pt>
                  <c:pt idx="533">
                    <c:v>933</c:v>
                  </c:pt>
                  <c:pt idx="534">
                    <c:v>934</c:v>
                  </c:pt>
                  <c:pt idx="535">
                    <c:v>935</c:v>
                  </c:pt>
                  <c:pt idx="536">
                    <c:v>936</c:v>
                  </c:pt>
                  <c:pt idx="537">
                    <c:v>937</c:v>
                  </c:pt>
                  <c:pt idx="538">
                    <c:v>938</c:v>
                  </c:pt>
                  <c:pt idx="539">
                    <c:v>939</c:v>
                  </c:pt>
                  <c:pt idx="540">
                    <c:v>940</c:v>
                  </c:pt>
                  <c:pt idx="541">
                    <c:v>941</c:v>
                  </c:pt>
                  <c:pt idx="542">
                    <c:v>942</c:v>
                  </c:pt>
                  <c:pt idx="543">
                    <c:v>943</c:v>
                  </c:pt>
                  <c:pt idx="544">
                    <c:v>944</c:v>
                  </c:pt>
                  <c:pt idx="545">
                    <c:v>945</c:v>
                  </c:pt>
                  <c:pt idx="546">
                    <c:v>946</c:v>
                  </c:pt>
                  <c:pt idx="547">
                    <c:v>947</c:v>
                  </c:pt>
                  <c:pt idx="548">
                    <c:v>948</c:v>
                  </c:pt>
                  <c:pt idx="549">
                    <c:v>949</c:v>
                  </c:pt>
                  <c:pt idx="550">
                    <c:v>950</c:v>
                  </c:pt>
                  <c:pt idx="551">
                    <c:v>951</c:v>
                  </c:pt>
                  <c:pt idx="552">
                    <c:v>952</c:v>
                  </c:pt>
                  <c:pt idx="553">
                    <c:v>953</c:v>
                  </c:pt>
                  <c:pt idx="554">
                    <c:v>954</c:v>
                  </c:pt>
                  <c:pt idx="555">
                    <c:v>955</c:v>
                  </c:pt>
                  <c:pt idx="556">
                    <c:v>956</c:v>
                  </c:pt>
                  <c:pt idx="557">
                    <c:v>957</c:v>
                  </c:pt>
                  <c:pt idx="558">
                    <c:v>958</c:v>
                  </c:pt>
                  <c:pt idx="559">
                    <c:v>959</c:v>
                  </c:pt>
                  <c:pt idx="560">
                    <c:v>960</c:v>
                  </c:pt>
                  <c:pt idx="561">
                    <c:v>961</c:v>
                  </c:pt>
                  <c:pt idx="562">
                    <c:v>962</c:v>
                  </c:pt>
                  <c:pt idx="563">
                    <c:v>963</c:v>
                  </c:pt>
                  <c:pt idx="564">
                    <c:v>964</c:v>
                  </c:pt>
                  <c:pt idx="565">
                    <c:v>965</c:v>
                  </c:pt>
                  <c:pt idx="566">
                    <c:v>966</c:v>
                  </c:pt>
                  <c:pt idx="567">
                    <c:v>967</c:v>
                  </c:pt>
                  <c:pt idx="568">
                    <c:v>968</c:v>
                  </c:pt>
                  <c:pt idx="569">
                    <c:v>969</c:v>
                  </c:pt>
                  <c:pt idx="570">
                    <c:v>970</c:v>
                  </c:pt>
                  <c:pt idx="571">
                    <c:v>971</c:v>
                  </c:pt>
                  <c:pt idx="572">
                    <c:v>972</c:v>
                  </c:pt>
                  <c:pt idx="573">
                    <c:v>973</c:v>
                  </c:pt>
                  <c:pt idx="574">
                    <c:v>974</c:v>
                  </c:pt>
                  <c:pt idx="575">
                    <c:v>975</c:v>
                  </c:pt>
                  <c:pt idx="576">
                    <c:v>976</c:v>
                  </c:pt>
                  <c:pt idx="577">
                    <c:v>977</c:v>
                  </c:pt>
                  <c:pt idx="578">
                    <c:v>978</c:v>
                  </c:pt>
                  <c:pt idx="579">
                    <c:v>979</c:v>
                  </c:pt>
                  <c:pt idx="580">
                    <c:v>980</c:v>
                  </c:pt>
                  <c:pt idx="581">
                    <c:v>981</c:v>
                  </c:pt>
                  <c:pt idx="582">
                    <c:v>982</c:v>
                  </c:pt>
                  <c:pt idx="583">
                    <c:v>983</c:v>
                  </c:pt>
                  <c:pt idx="584">
                    <c:v>984</c:v>
                  </c:pt>
                  <c:pt idx="585">
                    <c:v>985</c:v>
                  </c:pt>
                  <c:pt idx="586">
                    <c:v>986</c:v>
                  </c:pt>
                  <c:pt idx="587">
                    <c:v>987</c:v>
                  </c:pt>
                  <c:pt idx="588">
                    <c:v>988</c:v>
                  </c:pt>
                  <c:pt idx="589">
                    <c:v>989</c:v>
                  </c:pt>
                  <c:pt idx="590">
                    <c:v>990</c:v>
                  </c:pt>
                  <c:pt idx="591">
                    <c:v>991</c:v>
                  </c:pt>
                  <c:pt idx="592">
                    <c:v>992</c:v>
                  </c:pt>
                  <c:pt idx="593">
                    <c:v>993</c:v>
                  </c:pt>
                  <c:pt idx="594">
                    <c:v>994</c:v>
                  </c:pt>
                  <c:pt idx="595">
                    <c:v>995</c:v>
                  </c:pt>
                  <c:pt idx="596">
                    <c:v>996</c:v>
                  </c:pt>
                  <c:pt idx="597">
                    <c:v>997</c:v>
                  </c:pt>
                  <c:pt idx="598">
                    <c:v>998</c:v>
                  </c:pt>
                  <c:pt idx="599">
                    <c:v>999</c:v>
                  </c:pt>
                  <c:pt idx="600">
                    <c:v>1000</c:v>
                  </c:pt>
                  <c:pt idx="601">
                    <c:v>1001</c:v>
                  </c:pt>
                  <c:pt idx="602">
                    <c:v>1002</c:v>
                  </c:pt>
                  <c:pt idx="603">
                    <c:v>1003</c:v>
                  </c:pt>
                  <c:pt idx="604">
                    <c:v>1004</c:v>
                  </c:pt>
                  <c:pt idx="605">
                    <c:v>1005</c:v>
                  </c:pt>
                  <c:pt idx="606">
                    <c:v>1006</c:v>
                  </c:pt>
                  <c:pt idx="607">
                    <c:v>1007</c:v>
                  </c:pt>
                  <c:pt idx="608">
                    <c:v>1008</c:v>
                  </c:pt>
                  <c:pt idx="609">
                    <c:v>1009</c:v>
                  </c:pt>
                  <c:pt idx="610">
                    <c:v>1010</c:v>
                  </c:pt>
                  <c:pt idx="611">
                    <c:v>1011</c:v>
                  </c:pt>
                  <c:pt idx="612">
                    <c:v>1012</c:v>
                  </c:pt>
                  <c:pt idx="613">
                    <c:v>1013</c:v>
                  </c:pt>
                  <c:pt idx="614">
                    <c:v>1014</c:v>
                  </c:pt>
                  <c:pt idx="615">
                    <c:v>1015</c:v>
                  </c:pt>
                  <c:pt idx="616">
                    <c:v>1016</c:v>
                  </c:pt>
                  <c:pt idx="617">
                    <c:v>1017</c:v>
                  </c:pt>
                  <c:pt idx="618">
                    <c:v>1018</c:v>
                  </c:pt>
                  <c:pt idx="619">
                    <c:v>1019</c:v>
                  </c:pt>
                  <c:pt idx="620">
                    <c:v>1020</c:v>
                  </c:pt>
                  <c:pt idx="621">
                    <c:v>1021</c:v>
                  </c:pt>
                  <c:pt idx="622">
                    <c:v>1022</c:v>
                  </c:pt>
                  <c:pt idx="623">
                    <c:v>1023</c:v>
                  </c:pt>
                  <c:pt idx="624">
                    <c:v>1024</c:v>
                  </c:pt>
                  <c:pt idx="625">
                    <c:v>1025</c:v>
                  </c:pt>
                  <c:pt idx="626">
                    <c:v>1026</c:v>
                  </c:pt>
                  <c:pt idx="627">
                    <c:v>1027</c:v>
                  </c:pt>
                  <c:pt idx="628">
                    <c:v>1028</c:v>
                  </c:pt>
                  <c:pt idx="629">
                    <c:v>1029</c:v>
                  </c:pt>
                  <c:pt idx="630">
                    <c:v>1030</c:v>
                  </c:pt>
                  <c:pt idx="631">
                    <c:v>1031</c:v>
                  </c:pt>
                  <c:pt idx="632">
                    <c:v>1032</c:v>
                  </c:pt>
                  <c:pt idx="633">
                    <c:v>1033</c:v>
                  </c:pt>
                  <c:pt idx="634">
                    <c:v>1034</c:v>
                  </c:pt>
                  <c:pt idx="635">
                    <c:v>1035</c:v>
                  </c:pt>
                  <c:pt idx="636">
                    <c:v>1036</c:v>
                  </c:pt>
                  <c:pt idx="637">
                    <c:v>1037</c:v>
                  </c:pt>
                  <c:pt idx="638">
                    <c:v>1038</c:v>
                  </c:pt>
                  <c:pt idx="639">
                    <c:v>1039</c:v>
                  </c:pt>
                  <c:pt idx="640">
                    <c:v>1040</c:v>
                  </c:pt>
                  <c:pt idx="641">
                    <c:v>1041</c:v>
                  </c:pt>
                  <c:pt idx="642">
                    <c:v>1042</c:v>
                  </c:pt>
                  <c:pt idx="643">
                    <c:v>1043</c:v>
                  </c:pt>
                  <c:pt idx="644">
                    <c:v>1044</c:v>
                  </c:pt>
                  <c:pt idx="645">
                    <c:v>1045</c:v>
                  </c:pt>
                  <c:pt idx="646">
                    <c:v>1046</c:v>
                  </c:pt>
                  <c:pt idx="647">
                    <c:v>1047</c:v>
                  </c:pt>
                  <c:pt idx="648">
                    <c:v>1048</c:v>
                  </c:pt>
                  <c:pt idx="649">
                    <c:v>1049</c:v>
                  </c:pt>
                  <c:pt idx="650">
                    <c:v>1050</c:v>
                  </c:pt>
                  <c:pt idx="651">
                    <c:v>1051</c:v>
                  </c:pt>
                  <c:pt idx="652">
                    <c:v>1052</c:v>
                  </c:pt>
                  <c:pt idx="653">
                    <c:v>1053</c:v>
                  </c:pt>
                  <c:pt idx="654">
                    <c:v>1054</c:v>
                  </c:pt>
                  <c:pt idx="655">
                    <c:v>1055</c:v>
                  </c:pt>
                  <c:pt idx="656">
                    <c:v>1056</c:v>
                  </c:pt>
                  <c:pt idx="657">
                    <c:v>1057</c:v>
                  </c:pt>
                  <c:pt idx="658">
                    <c:v>1058</c:v>
                  </c:pt>
                  <c:pt idx="659">
                    <c:v>1059</c:v>
                  </c:pt>
                  <c:pt idx="660">
                    <c:v>1060</c:v>
                  </c:pt>
                  <c:pt idx="661">
                    <c:v>1061</c:v>
                  </c:pt>
                  <c:pt idx="662">
                    <c:v>1062</c:v>
                  </c:pt>
                  <c:pt idx="663">
                    <c:v>1063</c:v>
                  </c:pt>
                  <c:pt idx="664">
                    <c:v>1064</c:v>
                  </c:pt>
                  <c:pt idx="665">
                    <c:v>1065</c:v>
                  </c:pt>
                  <c:pt idx="666">
                    <c:v>1066</c:v>
                  </c:pt>
                  <c:pt idx="667">
                    <c:v>1067</c:v>
                  </c:pt>
                  <c:pt idx="668">
                    <c:v>1068</c:v>
                  </c:pt>
                  <c:pt idx="669">
                    <c:v>1069</c:v>
                  </c:pt>
                  <c:pt idx="670">
                    <c:v>1070</c:v>
                  </c:pt>
                  <c:pt idx="671">
                    <c:v>1071</c:v>
                  </c:pt>
                  <c:pt idx="672">
                    <c:v>1072</c:v>
                  </c:pt>
                  <c:pt idx="673">
                    <c:v>1073</c:v>
                  </c:pt>
                  <c:pt idx="674">
                    <c:v>1074</c:v>
                  </c:pt>
                  <c:pt idx="675">
                    <c:v>1075</c:v>
                  </c:pt>
                  <c:pt idx="676">
                    <c:v>1076</c:v>
                  </c:pt>
                  <c:pt idx="677">
                    <c:v>1077</c:v>
                  </c:pt>
                  <c:pt idx="678">
                    <c:v>1078</c:v>
                  </c:pt>
                  <c:pt idx="679">
                    <c:v>1079</c:v>
                  </c:pt>
                  <c:pt idx="680">
                    <c:v>1080</c:v>
                  </c:pt>
                  <c:pt idx="681">
                    <c:v>1081</c:v>
                  </c:pt>
                  <c:pt idx="682">
                    <c:v>1082</c:v>
                  </c:pt>
                  <c:pt idx="683">
                    <c:v>1083</c:v>
                  </c:pt>
                  <c:pt idx="684">
                    <c:v>1084</c:v>
                  </c:pt>
                  <c:pt idx="685">
                    <c:v>1085</c:v>
                  </c:pt>
                  <c:pt idx="686">
                    <c:v>1086</c:v>
                  </c:pt>
                  <c:pt idx="687">
                    <c:v>1087</c:v>
                  </c:pt>
                  <c:pt idx="688">
                    <c:v>1088</c:v>
                  </c:pt>
                  <c:pt idx="689">
                    <c:v>1089</c:v>
                  </c:pt>
                  <c:pt idx="690">
                    <c:v>1090</c:v>
                  </c:pt>
                  <c:pt idx="691">
                    <c:v>1091</c:v>
                  </c:pt>
                  <c:pt idx="692">
                    <c:v>1092</c:v>
                  </c:pt>
                  <c:pt idx="693">
                    <c:v>1093</c:v>
                  </c:pt>
                  <c:pt idx="694">
                    <c:v>1094</c:v>
                  </c:pt>
                  <c:pt idx="695">
                    <c:v>1095</c:v>
                  </c:pt>
                  <c:pt idx="696">
                    <c:v>1096</c:v>
                  </c:pt>
                  <c:pt idx="697">
                    <c:v>1097</c:v>
                  </c:pt>
                  <c:pt idx="698">
                    <c:v>1098</c:v>
                  </c:pt>
                  <c:pt idx="699">
                    <c:v>1099</c:v>
                  </c:pt>
                  <c:pt idx="700">
                    <c:v>1100</c:v>
                  </c:pt>
                </c:lvl>
              </c:multiLvlStrCache>
            </c:multiLvlStrRef>
          </c:cat>
          <c:val>
            <c:numRef>
              <c:f>Sheet1!$C$2:$C$702</c:f>
              <c:numCache>
                <c:formatCode>General</c:formatCode>
                <c:ptCount val="701"/>
                <c:pt idx="0">
                  <c:v>11.183954769607166</c:v>
                </c:pt>
                <c:pt idx="1">
                  <c:v>11.091483121491857</c:v>
                </c:pt>
                <c:pt idx="2">
                  <c:v>10.99487576958491</c:v>
                </c:pt>
                <c:pt idx="3">
                  <c:v>10.894332016239886</c:v>
                </c:pt>
                <c:pt idx="4">
                  <c:v>10.790054215402593</c:v>
                </c:pt>
                <c:pt idx="5">
                  <c:v>10.68224733376919</c:v>
                </c:pt>
                <c:pt idx="6">
                  <c:v>10.571118527427863</c:v>
                </c:pt>
                <c:pt idx="7">
                  <c:v>10.45687673071487</c:v>
                </c:pt>
                <c:pt idx="8">
                  <c:v>10.339732256670546</c:v>
                </c:pt>
                <c:pt idx="9">
                  <c:v>10.219896410734519</c:v>
                </c:pt>
                <c:pt idx="10">
                  <c:v>10.0975811163096</c:v>
                </c:pt>
                <c:pt idx="11">
                  <c:v>9.972998550407825</c:v>
                </c:pt>
                <c:pt idx="12">
                  <c:v>9.846360789671344</c:v>
                </c:pt>
                <c:pt idx="13">
                  <c:v>9.717879468336847</c:v>
                </c:pt>
                <c:pt idx="14">
                  <c:v>9.587765445579507</c:v>
                </c:pt>
                <c:pt idx="15">
                  <c:v>9.456228481932133</c:v>
                </c:pt>
                <c:pt idx="16">
                  <c:v>9.323476926255156</c:v>
                </c:pt>
                <c:pt idx="17">
                  <c:v>9.189717412853</c:v>
                </c:pt>
                <c:pt idx="18">
                  <c:v>9.055154567331247</c:v>
                </c:pt>
                <c:pt idx="19">
                  <c:v>8.919990721611825</c:v>
                </c:pt>
                <c:pt idx="20">
                  <c:v>8.784425639816405</c:v>
                </c:pt>
                <c:pt idx="21">
                  <c:v>8.648656253309987</c:v>
                </c:pt>
                <c:pt idx="22">
                  <c:v>8.51287640483632</c:v>
                </c:pt>
                <c:pt idx="23">
                  <c:v>8.377276602974531</c:v>
                </c:pt>
                <c:pt idx="24">
                  <c:v>8.242043787182695</c:v>
                </c:pt>
                <c:pt idx="25">
                  <c:v>8.107361102374995</c:v>
                </c:pt>
                <c:pt idx="26">
                  <c:v>7.973407683493952</c:v>
                </c:pt>
                <c:pt idx="27">
                  <c:v>7.840358451561056</c:v>
                </c:pt>
                <c:pt idx="28">
                  <c:v>7.708383920213779</c:v>
                </c:pt>
                <c:pt idx="29">
                  <c:v>7.577650012701554</c:v>
                </c:pt>
                <c:pt idx="30">
                  <c:v>7.448317890218379</c:v>
                </c:pt>
                <c:pt idx="31">
                  <c:v>7.320543792074971</c:v>
                </c:pt>
                <c:pt idx="32">
                  <c:v>7.194478886904376</c:v>
                </c:pt>
                <c:pt idx="33">
                  <c:v>7.070269135231477</c:v>
                </c:pt>
                <c:pt idx="34">
                  <c:v>6.948055164425542</c:v>
                </c:pt>
                <c:pt idx="35">
                  <c:v>6.827972155465371</c:v>
                </c:pt>
                <c:pt idx="36">
                  <c:v>6.710149741376941</c:v>
                </c:pt>
                <c:pt idx="37">
                  <c:v>6.594711917799207</c:v>
                </c:pt>
                <c:pt idx="38">
                  <c:v>6.481776966063005</c:v>
                </c:pt>
                <c:pt idx="39">
                  <c:v>6.3714573880954655</c:v>
                </c:pt>
                <c:pt idx="40">
                  <c:v>6.2638598532363</c:v>
                </c:pt>
                <c:pt idx="41">
                  <c:v>6.159085157425542</c:v>
                </c:pt>
                <c:pt idx="42">
                  <c:v>6.057228194340129</c:v>
                </c:pt>
                <c:pt idx="43">
                  <c:v>5.958377938161898</c:v>
                </c:pt>
                <c:pt idx="44">
                  <c:v>5.862617438026793</c:v>
                </c:pt>
                <c:pt idx="45">
                  <c:v>5.736474250488461</c:v>
                </c:pt>
                <c:pt idx="46">
                  <c:v>5.617748065852257</c:v>
                </c:pt>
                <c:pt idx="47">
                  <c:v>5.50653314933381</c:v>
                </c:pt>
                <c:pt idx="48">
                  <c:v>5.402911696173271</c:v>
                </c:pt>
                <c:pt idx="49">
                  <c:v>5.314669742843326</c:v>
                </c:pt>
                <c:pt idx="50">
                  <c:v>5.240428163076192</c:v>
                </c:pt>
                <c:pt idx="51">
                  <c:v>5.1785562666867815</c:v>
                </c:pt>
                <c:pt idx="52">
                  <c:v>5.127190024491437</c:v>
                </c:pt>
                <c:pt idx="53">
                  <c:v>5.0856389476150055</c:v>
                </c:pt>
                <c:pt idx="54">
                  <c:v>5.045502329315541</c:v>
                </c:pt>
                <c:pt idx="55">
                  <c:v>5.0047946186183205</c:v>
                </c:pt>
                <c:pt idx="56">
                  <c:v>4.965394679075985</c:v>
                </c:pt>
                <c:pt idx="57">
                  <c:v>4.930034984616912</c:v>
                </c:pt>
                <c:pt idx="58">
                  <c:v>4.897381535051747</c:v>
                </c:pt>
                <c:pt idx="59">
                  <c:v>4.864507801879428</c:v>
                </c:pt>
                <c:pt idx="60">
                  <c:v>4.831878394368187</c:v>
                </c:pt>
                <c:pt idx="61">
                  <c:v>4.8015004383264515</c:v>
                </c:pt>
                <c:pt idx="62">
                  <c:v>4.773531980662147</c:v>
                </c:pt>
                <c:pt idx="63">
                  <c:v>4.747586847009256</c:v>
                </c:pt>
                <c:pt idx="64">
                  <c:v>4.723721035076962</c:v>
                </c:pt>
                <c:pt idx="65">
                  <c:v>4.701354204311724</c:v>
                </c:pt>
                <c:pt idx="66">
                  <c:v>4.6804523278504515</c:v>
                </c:pt>
                <c:pt idx="67">
                  <c:v>4.662754715108145</c:v>
                </c:pt>
                <c:pt idx="68">
                  <c:v>4.649073595575137</c:v>
                </c:pt>
                <c:pt idx="69">
                  <c:v>4.6373937276097195</c:v>
                </c:pt>
                <c:pt idx="70">
                  <c:v>4.626058293043866</c:v>
                </c:pt>
                <c:pt idx="71">
                  <c:v>4.6164764195206915</c:v>
                </c:pt>
                <c:pt idx="72">
                  <c:v>4.610714936112098</c:v>
                </c:pt>
                <c:pt idx="73">
                  <c:v>4.609043789823902</c:v>
                </c:pt>
                <c:pt idx="74">
                  <c:v>4.6104378868630915</c:v>
                </c:pt>
                <c:pt idx="75">
                  <c:v>4.613683358635375</c:v>
                </c:pt>
                <c:pt idx="76">
                  <c:v>4.618666753997891</c:v>
                </c:pt>
                <c:pt idx="77">
                  <c:v>4.626976133553874</c:v>
                </c:pt>
                <c:pt idx="78">
                  <c:v>4.639908542330312</c:v>
                </c:pt>
                <c:pt idx="79">
                  <c:v>4.656192263281385</c:v>
                </c:pt>
                <c:pt idx="80">
                  <c:v>4.673025628562035</c:v>
                </c:pt>
                <c:pt idx="81">
                  <c:v>4.690188197532061</c:v>
                </c:pt>
                <c:pt idx="82">
                  <c:v>4.711102440480031</c:v>
                </c:pt>
                <c:pt idx="83">
                  <c:v>4.737694573554255</c:v>
                </c:pt>
                <c:pt idx="84">
                  <c:v>4.767953501097753</c:v>
                </c:pt>
                <c:pt idx="85">
                  <c:v>4.799989457960285</c:v>
                </c:pt>
                <c:pt idx="86">
                  <c:v>4.833969927632392</c:v>
                </c:pt>
                <c:pt idx="87">
                  <c:v>4.8704406419275115</c:v>
                </c:pt>
                <c:pt idx="88">
                  <c:v>4.910799999343558</c:v>
                </c:pt>
                <c:pt idx="89">
                  <c:v>4.956459830871599</c:v>
                </c:pt>
                <c:pt idx="90">
                  <c:v>5.005646081792942</c:v>
                </c:pt>
                <c:pt idx="91">
                  <c:v>5.055386623917726</c:v>
                </c:pt>
                <c:pt idx="92">
                  <c:v>5.106236576347381</c:v>
                </c:pt>
                <c:pt idx="93">
                  <c:v>5.160773554918529</c:v>
                </c:pt>
                <c:pt idx="94">
                  <c:v>5.219365106917957</c:v>
                </c:pt>
                <c:pt idx="95">
                  <c:v>5.280643757131753</c:v>
                </c:pt>
                <c:pt idx="96">
                  <c:v>5.343522854944468</c:v>
                </c:pt>
                <c:pt idx="97">
                  <c:v>5.407246122569632</c:v>
                </c:pt>
                <c:pt idx="98">
                  <c:v>5.473089698485592</c:v>
                </c:pt>
                <c:pt idx="99">
                  <c:v>5.545308343190435</c:v>
                </c:pt>
                <c:pt idx="100">
                  <c:v>5.624362276069072</c:v>
                </c:pt>
                <c:pt idx="101">
                  <c:v>5.702703341164182</c:v>
                </c:pt>
                <c:pt idx="102">
                  <c:v>5.775586917431716</c:v>
                </c:pt>
                <c:pt idx="103">
                  <c:v>5.848658412806356</c:v>
                </c:pt>
                <c:pt idx="104">
                  <c:v>5.927837366482088</c:v>
                </c:pt>
                <c:pt idx="105">
                  <c:v>6.012870528536332</c:v>
                </c:pt>
                <c:pt idx="106">
                  <c:v>6.101793612047911</c:v>
                </c:pt>
                <c:pt idx="107">
                  <c:v>6.19191894807129</c:v>
                </c:pt>
                <c:pt idx="108">
                  <c:v>6.2806309186079</c:v>
                </c:pt>
                <c:pt idx="109">
                  <c:v>6.3677908070754015</c:v>
                </c:pt>
                <c:pt idx="110">
                  <c:v>6.454717518053757</c:v>
                </c:pt>
                <c:pt idx="111">
                  <c:v>6.54363125860034</c:v>
                </c:pt>
                <c:pt idx="112">
                  <c:v>6.636175528006885</c:v>
                </c:pt>
                <c:pt idx="113">
                  <c:v>6.730568497161518</c:v>
                </c:pt>
                <c:pt idx="114">
                  <c:v>6.823744252402005</c:v>
                </c:pt>
                <c:pt idx="115">
                  <c:v>6.91536370599762</c:v>
                </c:pt>
                <c:pt idx="116">
                  <c:v>7.006594265723208</c:v>
                </c:pt>
                <c:pt idx="117">
                  <c:v>7.097770017033607</c:v>
                </c:pt>
                <c:pt idx="118">
                  <c:v>7.189445943852347</c:v>
                </c:pt>
                <c:pt idx="119">
                  <c:v>7.282630910198554</c:v>
                </c:pt>
                <c:pt idx="120">
                  <c:v>7.377426386855301</c:v>
                </c:pt>
                <c:pt idx="121">
                  <c:v>7.4719391038018586</c:v>
                </c:pt>
                <c:pt idx="122">
                  <c:v>7.561796615768972</c:v>
                </c:pt>
                <c:pt idx="123">
                  <c:v>7.644901692058364</c:v>
                </c:pt>
                <c:pt idx="124">
                  <c:v>7.725675428415052</c:v>
                </c:pt>
                <c:pt idx="125">
                  <c:v>7.80887203682466</c:v>
                </c:pt>
                <c:pt idx="126">
                  <c:v>7.897483737336289</c:v>
                </c:pt>
                <c:pt idx="127">
                  <c:v>7.993207120560296</c:v>
                </c:pt>
                <c:pt idx="128">
                  <c:v>8.087068525501378</c:v>
                </c:pt>
                <c:pt idx="129">
                  <c:v>8.166715116188728</c:v>
                </c:pt>
                <c:pt idx="130">
                  <c:v>8.237801603199596</c:v>
                </c:pt>
                <c:pt idx="131">
                  <c:v>8.315757254133036</c:v>
                </c:pt>
                <c:pt idx="132">
                  <c:v>8.403013521642244</c:v>
                </c:pt>
                <c:pt idx="133">
                  <c:v>8.492264834700675</c:v>
                </c:pt>
                <c:pt idx="134">
                  <c:v>8.579307739269368</c:v>
                </c:pt>
                <c:pt idx="135">
                  <c:v>8.662284143618328</c:v>
                </c:pt>
                <c:pt idx="136">
                  <c:v>8.739207002432172</c:v>
                </c:pt>
                <c:pt idx="137">
                  <c:v>8.809713378334003</c:v>
                </c:pt>
                <c:pt idx="138">
                  <c:v>8.876469746291491</c:v>
                </c:pt>
                <c:pt idx="139">
                  <c:v>8.946019039670364</c:v>
                </c:pt>
                <c:pt idx="140">
                  <c:v>9.021251740210602</c:v>
                </c:pt>
                <c:pt idx="141">
                  <c:v>9.094502176993629</c:v>
                </c:pt>
                <c:pt idx="142">
                  <c:v>9.158759736016727</c:v>
                </c:pt>
                <c:pt idx="143">
                  <c:v>9.218465514167708</c:v>
                </c:pt>
                <c:pt idx="144">
                  <c:v>9.280678441173071</c:v>
                </c:pt>
                <c:pt idx="145">
                  <c:v>9.345201761472849</c:v>
                </c:pt>
                <c:pt idx="146">
                  <c:v>9.408158624327276</c:v>
                </c:pt>
                <c:pt idx="147">
                  <c:v>9.468502058961626</c:v>
                </c:pt>
                <c:pt idx="148">
                  <c:v>9.527745009334318</c:v>
                </c:pt>
                <c:pt idx="149">
                  <c:v>9.586489136232993</c:v>
                </c:pt>
                <c:pt idx="150">
                  <c:v>9.644015378032368</c:v>
                </c:pt>
                <c:pt idx="151">
                  <c:v>9.699813321352426</c:v>
                </c:pt>
                <c:pt idx="152">
                  <c:v>9.753885252949427</c:v>
                </c:pt>
                <c:pt idx="153">
                  <c:v>9.806337740493946</c:v>
                </c:pt>
                <c:pt idx="154">
                  <c:v>9.857711774885287</c:v>
                </c:pt>
                <c:pt idx="155">
                  <c:v>9.908881579276734</c:v>
                </c:pt>
                <c:pt idx="156">
                  <c:v>9.960526710868525</c:v>
                </c:pt>
                <c:pt idx="157">
                  <c:v>10.011740600972937</c:v>
                </c:pt>
                <c:pt idx="158">
                  <c:v>10.05870085709249</c:v>
                </c:pt>
                <c:pt idx="159">
                  <c:v>10.098805588582943</c:v>
                </c:pt>
                <c:pt idx="160">
                  <c:v>10.134501084261068</c:v>
                </c:pt>
                <c:pt idx="161">
                  <c:v>10.169436063378706</c:v>
                </c:pt>
                <c:pt idx="162">
                  <c:v>10.20726924409245</c:v>
                </c:pt>
                <c:pt idx="163">
                  <c:v>10.250663534603285</c:v>
                </c:pt>
                <c:pt idx="164">
                  <c:v>10.296134296241041</c:v>
                </c:pt>
                <c:pt idx="165">
                  <c:v>10.337835153151051</c:v>
                </c:pt>
                <c:pt idx="166">
                  <c:v>10.37674384016707</c:v>
                </c:pt>
                <c:pt idx="167">
                  <c:v>10.418218657175872</c:v>
                </c:pt>
                <c:pt idx="168">
                  <c:v>10.458333302763341</c:v>
                </c:pt>
                <c:pt idx="169">
                  <c:v>10.486086995860031</c:v>
                </c:pt>
                <c:pt idx="170">
                  <c:v>10.5040746431493</c:v>
                </c:pt>
                <c:pt idx="171">
                  <c:v>10.527656202755875</c:v>
                </c:pt>
                <c:pt idx="172">
                  <c:v>10.561915654399193</c:v>
                </c:pt>
                <c:pt idx="173">
                  <c:v>10.599169689134568</c:v>
                </c:pt>
                <c:pt idx="174">
                  <c:v>10.633183495029302</c:v>
                </c:pt>
                <c:pt idx="175">
                  <c:v>10.660855403485762</c:v>
                </c:pt>
                <c:pt idx="176">
                  <c:v>10.682557876222418</c:v>
                </c:pt>
                <c:pt idx="177">
                  <c:v>10.705836779589992</c:v>
                </c:pt>
                <c:pt idx="178">
                  <c:v>10.734861400767846</c:v>
                </c:pt>
                <c:pt idx="179">
                  <c:v>10.76188123660762</c:v>
                </c:pt>
                <c:pt idx="180">
                  <c:v>10.780595643226318</c:v>
                </c:pt>
                <c:pt idx="181">
                  <c:v>10.797161515313828</c:v>
                </c:pt>
                <c:pt idx="182">
                  <c:v>10.81864406267498</c:v>
                </c:pt>
                <c:pt idx="183">
                  <c:v>10.843503965518106</c:v>
                </c:pt>
                <c:pt idx="184">
                  <c:v>10.868227932052841</c:v>
                </c:pt>
                <c:pt idx="185">
                  <c:v>10.889868484199164</c:v>
                </c:pt>
                <c:pt idx="186">
                  <c:v>10.904821744305446</c:v>
                </c:pt>
                <c:pt idx="187">
                  <c:v>10.913145246890943</c:v>
                </c:pt>
                <c:pt idx="188">
                  <c:v>10.918828401695837</c:v>
                </c:pt>
                <c:pt idx="189">
                  <c:v>10.925669219688489</c:v>
                </c:pt>
                <c:pt idx="190">
                  <c:v>10.936257421701825</c:v>
                </c:pt>
                <c:pt idx="191">
                  <c:v>10.950636080084749</c:v>
                </c:pt>
                <c:pt idx="192">
                  <c:v>10.966014938987396</c:v>
                </c:pt>
                <c:pt idx="193">
                  <c:v>10.9794390916683</c:v>
                </c:pt>
                <c:pt idx="194">
                  <c:v>10.987706848868454</c:v>
                </c:pt>
                <c:pt idx="195">
                  <c:v>10.98879998984146</c:v>
                </c:pt>
                <c:pt idx="196">
                  <c:v>10.984370503435867</c:v>
                </c:pt>
                <c:pt idx="197">
                  <c:v>10.978022031131447</c:v>
                </c:pt>
                <c:pt idx="198">
                  <c:v>10.976738067440422</c:v>
                </c:pt>
                <c:pt idx="199">
                  <c:v>10.984162964359774</c:v>
                </c:pt>
                <c:pt idx="200">
                  <c:v>10.9873430565348</c:v>
                </c:pt>
                <c:pt idx="201">
                  <c:v>10.972915311051832</c:v>
                </c:pt>
                <c:pt idx="202">
                  <c:v>10.95264772766024</c:v>
                </c:pt>
                <c:pt idx="203">
                  <c:v>10.944450440075675</c:v>
                </c:pt>
                <c:pt idx="204">
                  <c:v>10.947191348219208</c:v>
                </c:pt>
                <c:pt idx="205">
                  <c:v>10.952263930775949</c:v>
                </c:pt>
                <c:pt idx="206">
                  <c:v>10.952304171096342</c:v>
                </c:pt>
                <c:pt idx="207">
                  <c:v>10.938517782783089</c:v>
                </c:pt>
                <c:pt idx="208">
                  <c:v>10.914114806951208</c:v>
                </c:pt>
                <c:pt idx="209">
                  <c:v>10.896951001888375</c:v>
                </c:pt>
                <c:pt idx="210">
                  <c:v>10.895312906183698</c:v>
                </c:pt>
                <c:pt idx="211">
                  <c:v>10.901051971693613</c:v>
                </c:pt>
                <c:pt idx="212">
                  <c:v>10.904176837706823</c:v>
                </c:pt>
                <c:pt idx="213">
                  <c:v>10.894900574617928</c:v>
                </c:pt>
                <c:pt idx="214">
                  <c:v>10.869693681285145</c:v>
                </c:pt>
                <c:pt idx="215">
                  <c:v>10.844162028167919</c:v>
                </c:pt>
                <c:pt idx="216">
                  <c:v>10.835101676541829</c:v>
                </c:pt>
                <c:pt idx="217">
                  <c:v>10.839586311058953</c:v>
                </c:pt>
                <c:pt idx="218">
                  <c:v>10.845021353634</c:v>
                </c:pt>
                <c:pt idx="219">
                  <c:v>10.84207320530707</c:v>
                </c:pt>
                <c:pt idx="220">
                  <c:v>10.82874077159233</c:v>
                </c:pt>
                <c:pt idx="221">
                  <c:v>10.813327537141571</c:v>
                </c:pt>
                <c:pt idx="222">
                  <c:v>10.805402960690083</c:v>
                </c:pt>
                <c:pt idx="223">
                  <c:v>10.804467899763415</c:v>
                </c:pt>
                <c:pt idx="224">
                  <c:v>10.803757457184915</c:v>
                </c:pt>
                <c:pt idx="225">
                  <c:v>10.801616018267532</c:v>
                </c:pt>
                <c:pt idx="226">
                  <c:v>10.802130962089853</c:v>
                </c:pt>
                <c:pt idx="227">
                  <c:v>10.807240245603476</c:v>
                </c:pt>
                <c:pt idx="228">
                  <c:v>10.814995042200733</c:v>
                </c:pt>
                <c:pt idx="229">
                  <c:v>10.822192093242053</c:v>
                </c:pt>
                <c:pt idx="230">
                  <c:v>10.826028331993841</c:v>
                </c:pt>
                <c:pt idx="231">
                  <c:v>10.826269113129232</c:v>
                </c:pt>
                <c:pt idx="232">
                  <c:v>10.826937027784783</c:v>
                </c:pt>
                <c:pt idx="233">
                  <c:v>10.834791172198097</c:v>
                </c:pt>
                <c:pt idx="234">
                  <c:v>10.847738613665443</c:v>
                </c:pt>
                <c:pt idx="235">
                  <c:v>10.857952654902304</c:v>
                </c:pt>
                <c:pt idx="236">
                  <c:v>10.862004143622569</c:v>
                </c:pt>
                <c:pt idx="237">
                  <c:v>10.864131115969785</c:v>
                </c:pt>
                <c:pt idx="238">
                  <c:v>10.870657777649791</c:v>
                </c:pt>
                <c:pt idx="239">
                  <c:v>10.882744387570074</c:v>
                </c:pt>
                <c:pt idx="240">
                  <c:v>10.895069191346215</c:v>
                </c:pt>
                <c:pt idx="241">
                  <c:v>10.9024265075927</c:v>
                </c:pt>
                <c:pt idx="242">
                  <c:v>10.907229834219326</c:v>
                </c:pt>
                <c:pt idx="243">
                  <c:v>10.914960499627151</c:v>
                </c:pt>
                <c:pt idx="244">
                  <c:v>10.921156813959874</c:v>
                </c:pt>
                <c:pt idx="245">
                  <c:v>10.916426695189033</c:v>
                </c:pt>
                <c:pt idx="246">
                  <c:v>10.902347755465671</c:v>
                </c:pt>
                <c:pt idx="247">
                  <c:v>10.888676507876138</c:v>
                </c:pt>
                <c:pt idx="248">
                  <c:v>10.875803512996434</c:v>
                </c:pt>
                <c:pt idx="249">
                  <c:v>10.856314409119493</c:v>
                </c:pt>
                <c:pt idx="250">
                  <c:v>10.833064276489553</c:v>
                </c:pt>
                <c:pt idx="251">
                  <c:v>10.816461014853287</c:v>
                </c:pt>
                <c:pt idx="252">
                  <c:v>10.806674195375447</c:v>
                </c:pt>
                <c:pt idx="253">
                  <c:v>10.788766772521935</c:v>
                </c:pt>
                <c:pt idx="254">
                  <c:v>10.752383325657286</c:v>
                </c:pt>
                <c:pt idx="255">
                  <c:v>10.704261399091848</c:v>
                </c:pt>
                <c:pt idx="256">
                  <c:v>10.656536161955987</c:v>
                </c:pt>
                <c:pt idx="257">
                  <c:v>10.61217054662304</c:v>
                </c:pt>
                <c:pt idx="258">
                  <c:v>10.563996651563382</c:v>
                </c:pt>
                <c:pt idx="259">
                  <c:v>10.503966336707924</c:v>
                </c:pt>
                <c:pt idx="260">
                  <c:v>10.430293552953307</c:v>
                </c:pt>
                <c:pt idx="261">
                  <c:v>10.354898579329616</c:v>
                </c:pt>
                <c:pt idx="262">
                  <c:v>10.299261458116804</c:v>
                </c:pt>
                <c:pt idx="263">
                  <c:v>10.25603841094531</c:v>
                </c:pt>
                <c:pt idx="264">
                  <c:v>10.180035899152017</c:v>
                </c:pt>
                <c:pt idx="265">
                  <c:v>10.059248099587768</c:v>
                </c:pt>
                <c:pt idx="266">
                  <c:v>9.949318662168025</c:v>
                </c:pt>
                <c:pt idx="267">
                  <c:v>9.882047863145116</c:v>
                </c:pt>
                <c:pt idx="268">
                  <c:v>9.818952851432957</c:v>
                </c:pt>
                <c:pt idx="269">
                  <c:v>9.727111002405826</c:v>
                </c:pt>
                <c:pt idx="270">
                  <c:v>9.616571368011956</c:v>
                </c:pt>
                <c:pt idx="271">
                  <c:v>9.501585902012163</c:v>
                </c:pt>
                <c:pt idx="272">
                  <c:v>9.396248528798537</c:v>
                </c:pt>
                <c:pt idx="273">
                  <c:v>9.319179458226715</c:v>
                </c:pt>
                <c:pt idx="274">
                  <c:v>9.24677417206927</c:v>
                </c:pt>
                <c:pt idx="275">
                  <c:v>9.131684940262174</c:v>
                </c:pt>
                <c:pt idx="276">
                  <c:v>8.991381718899587</c:v>
                </c:pt>
                <c:pt idx="277">
                  <c:v>8.879310829346446</c:v>
                </c:pt>
                <c:pt idx="278">
                  <c:v>8.786915560583058</c:v>
                </c:pt>
                <c:pt idx="279">
                  <c:v>8.670289099350734</c:v>
                </c:pt>
                <c:pt idx="280">
                  <c:v>8.551797352677152</c:v>
                </c:pt>
                <c:pt idx="281">
                  <c:v>8.469873641895381</c:v>
                </c:pt>
                <c:pt idx="282">
                  <c:v>8.396998617215468</c:v>
                </c:pt>
                <c:pt idx="283">
                  <c:v>8.313846430620856</c:v>
                </c:pt>
                <c:pt idx="284">
                  <c:v>8.249132200503126</c:v>
                </c:pt>
                <c:pt idx="285">
                  <c:v>8.19959931573011</c:v>
                </c:pt>
                <c:pt idx="286">
                  <c:v>8.122132779869444</c:v>
                </c:pt>
                <c:pt idx="287">
                  <c:v>8.023160312635198</c:v>
                </c:pt>
                <c:pt idx="288">
                  <c:v>7.957936265847065</c:v>
                </c:pt>
                <c:pt idx="289">
                  <c:v>7.942006254340575</c:v>
                </c:pt>
                <c:pt idx="290">
                  <c:v>7.9211139830777695</c:v>
                </c:pt>
                <c:pt idx="291">
                  <c:v>7.863290524661859</c:v>
                </c:pt>
                <c:pt idx="292">
                  <c:v>7.810603649600348</c:v>
                </c:pt>
                <c:pt idx="293">
                  <c:v>7.806283019976133</c:v>
                </c:pt>
                <c:pt idx="294">
                  <c:v>7.82791959883335</c:v>
                </c:pt>
                <c:pt idx="295">
                  <c:v>7.83995603239562</c:v>
                </c:pt>
                <c:pt idx="296">
                  <c:v>7.8453894013954235</c:v>
                </c:pt>
                <c:pt idx="297">
                  <c:v>7.8608221849962465</c:v>
                </c:pt>
                <c:pt idx="298">
                  <c:v>7.889022084314286</c:v>
                </c:pt>
                <c:pt idx="299">
                  <c:v>7.927337277514656</c:v>
                </c:pt>
                <c:pt idx="300">
                  <c:v>7.977630514100409</c:v>
                </c:pt>
                <c:pt idx="301">
                  <c:v>8.035101029287711</c:v>
                </c:pt>
                <c:pt idx="302">
                  <c:v>8.083067003901464</c:v>
                </c:pt>
                <c:pt idx="303">
                  <c:v>8.124383568921258</c:v>
                </c:pt>
                <c:pt idx="304">
                  <c:v>8.198142088355958</c:v>
                </c:pt>
                <c:pt idx="305">
                  <c:v>8.317827248332192</c:v>
                </c:pt>
                <c:pt idx="306">
                  <c:v>8.4330125135687</c:v>
                </c:pt>
                <c:pt idx="307">
                  <c:v>8.503032084229556</c:v>
                </c:pt>
                <c:pt idx="308">
                  <c:v>8.56202864701198</c:v>
                </c:pt>
                <c:pt idx="309">
                  <c:v>8.654073270624355</c:v>
                </c:pt>
                <c:pt idx="310">
                  <c:v>8.76688323693482</c:v>
                </c:pt>
                <c:pt idx="311">
                  <c:v>8.874657249376837</c:v>
                </c:pt>
                <c:pt idx="312">
                  <c:v>8.980114090798805</c:v>
                </c:pt>
                <c:pt idx="313">
                  <c:v>9.092783721073744</c:v>
                </c:pt>
                <c:pt idx="314">
                  <c:v>9.211639943759032</c:v>
                </c:pt>
                <c:pt idx="315">
                  <c:v>9.329356320888918</c:v>
                </c:pt>
                <c:pt idx="316">
                  <c:v>9.436153965817542</c:v>
                </c:pt>
                <c:pt idx="317">
                  <c:v>9.52812607701054</c:v>
                </c:pt>
                <c:pt idx="318">
                  <c:v>9.613420707863124</c:v>
                </c:pt>
                <c:pt idx="319">
                  <c:v>9.701049494437472</c:v>
                </c:pt>
                <c:pt idx="320">
                  <c:v>9.784554639882813</c:v>
                </c:pt>
                <c:pt idx="321">
                  <c:v>9.845234720849026</c:v>
                </c:pt>
                <c:pt idx="322">
                  <c:v>9.88101076261687</c:v>
                </c:pt>
                <c:pt idx="323">
                  <c:v>9.924221115635227</c:v>
                </c:pt>
                <c:pt idx="324">
                  <c:v>10.002953896600285</c:v>
                </c:pt>
                <c:pt idx="325">
                  <c:v>10.096985901362647</c:v>
                </c:pt>
                <c:pt idx="326">
                  <c:v>10.153488109679833</c:v>
                </c:pt>
                <c:pt idx="327">
                  <c:v>10.146627887187117</c:v>
                </c:pt>
                <c:pt idx="328">
                  <c:v>10.120207214301633</c:v>
                </c:pt>
                <c:pt idx="329">
                  <c:v>10.116456959033574</c:v>
                </c:pt>
                <c:pt idx="330">
                  <c:v>10.126224399921519</c:v>
                </c:pt>
                <c:pt idx="331">
                  <c:v>10.12358866575864</c:v>
                </c:pt>
                <c:pt idx="332">
                  <c:v>10.1045975891503</c:v>
                </c:pt>
                <c:pt idx="333">
                  <c:v>10.083278380128062</c:v>
                </c:pt>
                <c:pt idx="334">
                  <c:v>10.063031049301985</c:v>
                </c:pt>
                <c:pt idx="335">
                  <c:v>10.018980984154103</c:v>
                </c:pt>
                <c:pt idx="336">
                  <c:v>9.93153516875645</c:v>
                </c:pt>
                <c:pt idx="337">
                  <c:v>9.824444937338548</c:v>
                </c:pt>
                <c:pt idx="338">
                  <c:v>9.744115027277248</c:v>
                </c:pt>
                <c:pt idx="339">
                  <c:v>9.702286647561772</c:v>
                </c:pt>
                <c:pt idx="340">
                  <c:v>9.663648293780163</c:v>
                </c:pt>
                <c:pt idx="341">
                  <c:v>9.575799753224114</c:v>
                </c:pt>
                <c:pt idx="342">
                  <c:v>9.506057487489619</c:v>
                </c:pt>
                <c:pt idx="343">
                  <c:v>9.45484792264398</c:v>
                </c:pt>
                <c:pt idx="344">
                  <c:v>9.423048101445328</c:v>
                </c:pt>
                <c:pt idx="345">
                  <c:v>9.412083363653649</c:v>
                </c:pt>
                <c:pt idx="346">
                  <c:v>9.424045076398878</c:v>
                </c:pt>
                <c:pt idx="347">
                  <c:v>9.461835446126814</c:v>
                </c:pt>
                <c:pt idx="348">
                  <c:v>9.529346825529514</c:v>
                </c:pt>
                <c:pt idx="349">
                  <c:v>9.631683177861419</c:v>
                </c:pt>
                <c:pt idx="350">
                  <c:v>9.775431026060716</c:v>
                </c:pt>
                <c:pt idx="351">
                  <c:v>9.968985723608126</c:v>
                </c:pt>
                <c:pt idx="352">
                  <c:v>10.222935195866869</c:v>
                </c:pt>
                <c:pt idx="353">
                  <c:v>10.550496970666478</c:v>
                </c:pt>
                <c:pt idx="354">
                  <c:v>10.967993218187122</c:v>
                </c:pt>
                <c:pt idx="355">
                  <c:v>11.495329645026132</c:v>
                </c:pt>
                <c:pt idx="356">
                  <c:v>12.156418974014302</c:v>
                </c:pt>
                <c:pt idx="357">
                  <c:v>12.979455098762715</c:v>
                </c:pt>
                <c:pt idx="358">
                  <c:v>13.996902381282789</c:v>
                </c:pt>
                <c:pt idx="359">
                  <c:v>15.245021139148918</c:v>
                </c:pt>
                <c:pt idx="360">
                  <c:v>16.76271610530651</c:v>
                </c:pt>
                <c:pt idx="361">
                  <c:v>18.58948694259942</c:v>
                </c:pt>
                <c:pt idx="362">
                  <c:v>20.762301885431818</c:v>
                </c:pt>
                <c:pt idx="363">
                  <c:v>23.311330510201884</c:v>
                </c:pt>
                <c:pt idx="364">
                  <c:v>26.25467434804213</c:v>
                </c:pt>
                <c:pt idx="365">
                  <c:v>29.592514655482315</c:v>
                </c:pt>
                <c:pt idx="366">
                  <c:v>33.30141301825405</c:v>
                </c:pt>
                <c:pt idx="367">
                  <c:v>37.329773460412206</c:v>
                </c:pt>
                <c:pt idx="368">
                  <c:v>41.59560368324221</c:v>
                </c:pt>
                <c:pt idx="369">
                  <c:v>45.987609179612846</c:v>
                </c:pt>
                <c:pt idx="370">
                  <c:v>50.37028244247021</c:v>
                </c:pt>
                <c:pt idx="371">
                  <c:v>54.593056996083625</c:v>
                </c:pt>
                <c:pt idx="372">
                  <c:v>58.50290661155445</c:v>
                </c:pt>
                <c:pt idx="373">
                  <c:v>61.95914747619725</c:v>
                </c:pt>
                <c:pt idx="374">
                  <c:v>64.84880827943556</c:v>
                </c:pt>
                <c:pt idx="375">
                  <c:v>67.10085016249458</c:v>
                </c:pt>
                <c:pt idx="376">
                  <c:v>68.69777893060188</c:v>
                </c:pt>
                <c:pt idx="377">
                  <c:v>69.68378159494002</c:v>
                </c:pt>
                <c:pt idx="378">
                  <c:v>70.07120625662431</c:v>
                </c:pt>
                <c:pt idx="379">
                  <c:v>70.25622877602112</c:v>
                </c:pt>
                <c:pt idx="380">
                  <c:v>70.4302071261755</c:v>
                </c:pt>
                <c:pt idx="381">
                  <c:v>70.57924609673685</c:v>
                </c:pt>
                <c:pt idx="382">
                  <c:v>70.69416346556257</c:v>
                </c:pt>
                <c:pt idx="383">
                  <c:v>70.77255205970175</c:v>
                </c:pt>
                <c:pt idx="384">
                  <c:v>70.81202974741038</c:v>
                </c:pt>
                <c:pt idx="385">
                  <c:v>70.81028610699276</c:v>
                </c:pt>
                <c:pt idx="386">
                  <c:v>70.76513536933628</c:v>
                </c:pt>
                <c:pt idx="387">
                  <c:v>70.67457494122102</c:v>
                </c:pt>
                <c:pt idx="388">
                  <c:v>70.5368485215088</c:v>
                </c:pt>
                <c:pt idx="389">
                  <c:v>70.35051195481158</c:v>
                </c:pt>
                <c:pt idx="390">
                  <c:v>70.11450011997245</c:v>
                </c:pt>
                <c:pt idx="391">
                  <c:v>69.82819122234297</c:v>
                </c:pt>
                <c:pt idx="392">
                  <c:v>69.49146559724504</c:v>
                </c:pt>
                <c:pt idx="393">
                  <c:v>69.10475986317192</c:v>
                </c:pt>
                <c:pt idx="394">
                  <c:v>68.66910881790255</c:v>
                </c:pt>
                <c:pt idx="395">
                  <c:v>68.18617244346528</c:v>
                </c:pt>
                <c:pt idx="396">
                  <c:v>67.65824575065031</c:v>
                </c:pt>
                <c:pt idx="397">
                  <c:v>67.08824965059543</c:v>
                </c:pt>
                <c:pt idx="398">
                  <c:v>66.47970157826683</c:v>
                </c:pt>
                <c:pt idx="399">
                  <c:v>65.83666587318812</c:v>
                </c:pt>
                <c:pt idx="400">
                  <c:v>65.16368500914066</c:v>
                </c:pt>
                <c:pt idx="401">
                  <c:v>64.46569425162089</c:v>
                </c:pt>
                <c:pt idx="402">
                  <c:v>63.74792302018674</c:v>
                </c:pt>
                <c:pt idx="403">
                  <c:v>63.015786307262</c:v>
                </c:pt>
                <c:pt idx="404">
                  <c:v>62.27477158016181</c:v>
                </c:pt>
                <c:pt idx="405">
                  <c:v>61.53032666377792</c:v>
                </c:pt>
                <c:pt idx="406">
                  <c:v>60.78775273025639</c:v>
                </c:pt>
                <c:pt idx="407">
                  <c:v>60.05210657668949</c:v>
                </c:pt>
                <c:pt idx="408">
                  <c:v>59.32811592114052</c:v>
                </c:pt>
                <c:pt idx="409">
                  <c:v>58.620110156651464</c:v>
                </c:pt>
                <c:pt idx="410">
                  <c:v>57.93196758875645</c:v>
                </c:pt>
                <c:pt idx="411">
                  <c:v>57.267080047785754</c:v>
                </c:pt>
                <c:pt idx="412">
                  <c:v>56.628333304329324</c:v>
                </c:pt>
                <c:pt idx="413">
                  <c:v>56.01810501449348</c:v>
                </c:pt>
                <c:pt idx="414">
                  <c:v>55.43827537509367</c:v>
                </c:pt>
                <c:pt idx="415">
                  <c:v>54.890249011700234</c:v>
                </c:pt>
                <c:pt idx="416">
                  <c:v>54.37498583753438</c:v>
                </c:pt>
                <c:pt idx="417">
                  <c:v>53.893038380481705</c:v>
                </c:pt>
                <c:pt idx="418">
                  <c:v>53.44459359303703</c:v>
                </c:pt>
                <c:pt idx="419">
                  <c:v>53.02951678743655</c:v>
                </c:pt>
                <c:pt idx="420">
                  <c:v>52.64739615700827</c:v>
                </c:pt>
                <c:pt idx="421">
                  <c:v>52.29758622469524</c:v>
                </c:pt>
                <c:pt idx="422">
                  <c:v>51.9792489434406</c:v>
                </c:pt>
                <c:pt idx="423">
                  <c:v>51.691393016062335</c:v>
                </c:pt>
                <c:pt idx="424">
                  <c:v>51.432909512992666</c:v>
                </c:pt>
                <c:pt idx="425">
                  <c:v>51.202603543358</c:v>
                </c:pt>
                <c:pt idx="426">
                  <c:v>50.99922231030574</c:v>
                </c:pt>
                <c:pt idx="427">
                  <c:v>50.8214792790284</c:v>
                </c:pt>
                <c:pt idx="428">
                  <c:v>50.66807485711075</c:v>
                </c:pt>
                <c:pt idx="429">
                  <c:v>50.537713750788924</c:v>
                </c:pt>
                <c:pt idx="430">
                  <c:v>50.42911911657673</c:v>
                </c:pt>
                <c:pt idx="431">
                  <c:v>50.34104487505525</c:v>
                </c:pt>
                <c:pt idx="432">
                  <c:v>50.27228692011466</c:v>
                </c:pt>
                <c:pt idx="433">
                  <c:v>50.22168747406906</c:v>
                </c:pt>
                <c:pt idx="434">
                  <c:v>50.18813934815485</c:v>
                </c:pt>
                <c:pt idx="435">
                  <c:v>50.17058945975218</c:v>
                </c:pt>
                <c:pt idx="436">
                  <c:v>50.16804098420835</c:v>
                </c:pt>
                <c:pt idx="437">
                  <c:v>50.179554487728595</c:v>
                </c:pt>
                <c:pt idx="438">
                  <c:v>50.204248093327955</c:v>
                </c:pt>
                <c:pt idx="439">
                  <c:v>50.24129698621142</c:v>
                </c:pt>
                <c:pt idx="440">
                  <c:v>50.28993236248011</c:v>
                </c:pt>
                <c:pt idx="441">
                  <c:v>50.34943936264433</c:v>
                </c:pt>
                <c:pt idx="442">
                  <c:v>50.41915379335197</c:v>
                </c:pt>
                <c:pt idx="443">
                  <c:v>50.4984616135473</c:v>
                </c:pt>
                <c:pt idx="444">
                  <c:v>50.58679737030343</c:v>
                </c:pt>
                <c:pt idx="445">
                  <c:v>50.68364174498892</c:v>
                </c:pt>
                <c:pt idx="446">
                  <c:v>50.78851924326844</c:v>
                </c:pt>
                <c:pt idx="447">
                  <c:v>50.90099579617507</c:v>
                </c:pt>
                <c:pt idx="448">
                  <c:v>51.02067642740853</c:v>
                </c:pt>
                <c:pt idx="449">
                  <c:v>51.14720291715542</c:v>
                </c:pt>
                <c:pt idx="450">
                  <c:v>51.28025158219327</c:v>
                </c:pt>
                <c:pt idx="451">
                  <c:v>51.41953120763628</c:v>
                </c:pt>
                <c:pt idx="452">
                  <c:v>51.564781242840915</c:v>
                </c:pt>
                <c:pt idx="453">
                  <c:v>51.7157695461045</c:v>
                </c:pt>
                <c:pt idx="454">
                  <c:v>51.87229043590131</c:v>
                </c:pt>
                <c:pt idx="455">
                  <c:v>52.034162899716875</c:v>
                </c:pt>
                <c:pt idx="456">
                  <c:v>52.20122893922089</c:v>
                </c:pt>
                <c:pt idx="457">
                  <c:v>52.37335196624496</c:v>
                </c:pt>
                <c:pt idx="458">
                  <c:v>52.55041531883511</c:v>
                </c:pt>
                <c:pt idx="459">
                  <c:v>52.73232082520016</c:v>
                </c:pt>
                <c:pt idx="460">
                  <c:v>52.918987487312954</c:v>
                </c:pt>
                <c:pt idx="461">
                  <c:v>53.11035033845326</c:v>
                </c:pt>
                <c:pt idx="462">
                  <c:v>53.30635945283102</c:v>
                </c:pt>
                <c:pt idx="463">
                  <c:v>53.506978666696746</c:v>
                </c:pt>
                <c:pt idx="464">
                  <c:v>53.71218429734548</c:v>
                </c:pt>
                <c:pt idx="465">
                  <c:v>53.92196419860459</c:v>
                </c:pt>
                <c:pt idx="466">
                  <c:v>54.1363167925153</c:v>
                </c:pt>
                <c:pt idx="467">
                  <c:v>54.35525007350379</c:v>
                </c:pt>
                <c:pt idx="468">
                  <c:v>54.57878075810723</c:v>
                </c:pt>
                <c:pt idx="469">
                  <c:v>54.80693339309154</c:v>
                </c:pt>
                <c:pt idx="470">
                  <c:v>55.039739521341566</c:v>
                </c:pt>
                <c:pt idx="471">
                  <c:v>55.27723638471029</c:v>
                </c:pt>
                <c:pt idx="472">
                  <c:v>55.51946475196953</c:v>
                </c:pt>
                <c:pt idx="473">
                  <c:v>55.76646938484995</c:v>
                </c:pt>
                <c:pt idx="474">
                  <c:v>56.018298651675046</c:v>
                </c:pt>
                <c:pt idx="475">
                  <c:v>56.27500366158363</c:v>
                </c:pt>
                <c:pt idx="476">
                  <c:v>56.536637476736594</c:v>
                </c:pt>
                <c:pt idx="477">
                  <c:v>56.803254216355725</c:v>
                </c:pt>
                <c:pt idx="478">
                  <c:v>57.07490819010756</c:v>
                </c:pt>
                <c:pt idx="479">
                  <c:v>57.35165300402826</c:v>
                </c:pt>
                <c:pt idx="480">
                  <c:v>57.63354067419111</c:v>
                </c:pt>
                <c:pt idx="481">
                  <c:v>57.92062082457947</c:v>
                </c:pt>
                <c:pt idx="482">
                  <c:v>58.21294045247709</c:v>
                </c:pt>
                <c:pt idx="483">
                  <c:v>58.51054222371263</c:v>
                </c:pt>
                <c:pt idx="484">
                  <c:v>58.81346320294553</c:v>
                </c:pt>
                <c:pt idx="485">
                  <c:v>59.121733788157925</c:v>
                </c:pt>
                <c:pt idx="486">
                  <c:v>59.4353765102128</c:v>
                </c:pt>
                <c:pt idx="487">
                  <c:v>59.754404851235506</c:v>
                </c:pt>
                <c:pt idx="488">
                  <c:v>60.07882201090729</c:v>
                </c:pt>
                <c:pt idx="489">
                  <c:v>60.40861961663898</c:v>
                </c:pt>
                <c:pt idx="490">
                  <c:v>60.74377636211852</c:v>
                </c:pt>
                <c:pt idx="491">
                  <c:v>61.08425743202036</c:v>
                </c:pt>
                <c:pt idx="492">
                  <c:v>61.430015629675594</c:v>
                </c:pt>
                <c:pt idx="493">
                  <c:v>61.780987574594704</c:v>
                </c:pt>
                <c:pt idx="494">
                  <c:v>62.1370913791049</c:v>
                </c:pt>
                <c:pt idx="495">
                  <c:v>62.49822515060095</c:v>
                </c:pt>
                <c:pt idx="496">
                  <c:v>62.86426542262269</c:v>
                </c:pt>
                <c:pt idx="497">
                  <c:v>63.23506554522047</c:v>
                </c:pt>
                <c:pt idx="498">
                  <c:v>63.610621699971645</c:v>
                </c:pt>
                <c:pt idx="499">
                  <c:v>63.99851385400107</c:v>
                </c:pt>
                <c:pt idx="500">
                  <c:v>64.39885863109184</c:v>
                </c:pt>
                <c:pt idx="501">
                  <c:v>64.81135273231338</c:v>
                </c:pt>
                <c:pt idx="502">
                  <c:v>65.23658455379969</c:v>
                </c:pt>
                <c:pt idx="503">
                  <c:v>65.67439499691164</c:v>
                </c:pt>
                <c:pt idx="504">
                  <c:v>66.1162640818873</c:v>
                </c:pt>
                <c:pt idx="505">
                  <c:v>66.5617866187223</c:v>
                </c:pt>
                <c:pt idx="506">
                  <c:v>66.9661213960686</c:v>
                </c:pt>
                <c:pt idx="507">
                  <c:v>67.37215439329854</c:v>
                </c:pt>
                <c:pt idx="508">
                  <c:v>67.77937828701222</c:v>
                </c:pt>
                <c:pt idx="509">
                  <c:v>68.18724751739603</c:v>
                </c:pt>
                <c:pt idx="510">
                  <c:v>68.59517814634772</c:v>
                </c:pt>
                <c:pt idx="511">
                  <c:v>69.00254827107133</c:v>
                </c:pt>
                <c:pt idx="512">
                  <c:v>69.40869929543565</c:v>
                </c:pt>
                <c:pt idx="513">
                  <c:v>69.81293603560468</c:v>
                </c:pt>
                <c:pt idx="514">
                  <c:v>70.21452769474</c:v>
                </c:pt>
                <c:pt idx="515">
                  <c:v>70.61270949815096</c:v>
                </c:pt>
                <c:pt idx="516">
                  <c:v>71.00668475813872</c:v>
                </c:pt>
                <c:pt idx="517">
                  <c:v>71.39562738454714</c:v>
                </c:pt>
                <c:pt idx="518">
                  <c:v>71.77868485155196</c:v>
                </c:pt>
                <c:pt idx="519">
                  <c:v>72.15498162486516</c:v>
                </c:pt>
                <c:pt idx="520">
                  <c:v>72.52362304633547</c:v>
                </c:pt>
                <c:pt idx="521">
                  <c:v>72.88369960859744</c:v>
                </c:pt>
                <c:pt idx="522">
                  <c:v>73.23429154607808</c:v>
                </c:pt>
                <c:pt idx="523">
                  <c:v>73.57447416596126</c:v>
                </c:pt>
                <c:pt idx="524">
                  <c:v>73.90332342552773</c:v>
                </c:pt>
                <c:pt idx="525">
                  <c:v>74.21992176605548</c:v>
                </c:pt>
                <c:pt idx="526">
                  <c:v>74.52336420361907</c:v>
                </c:pt>
                <c:pt idx="527">
                  <c:v>74.81276461177654</c:v>
                </c:pt>
                <c:pt idx="528">
                  <c:v>75.08726212331584</c:v>
                </c:pt>
                <c:pt idx="529">
                  <c:v>75.3460275715205</c:v>
                </c:pt>
                <c:pt idx="530">
                  <c:v>75.58826988606462</c:v>
                </c:pt>
                <c:pt idx="531">
                  <c:v>75.81324235248891</c:v>
                </c:pt>
                <c:pt idx="532">
                  <c:v>76.02024863104685</c:v>
                </c:pt>
                <c:pt idx="533">
                  <c:v>76.20864846606199</c:v>
                </c:pt>
                <c:pt idx="534">
                  <c:v>76.3778630038137</c:v>
                </c:pt>
                <c:pt idx="535">
                  <c:v>76.52737962479088</c:v>
                </c:pt>
                <c:pt idx="536">
                  <c:v>76.65675621299638</c:v>
                </c:pt>
                <c:pt idx="537">
                  <c:v>76.76562479376999</c:v>
                </c:pt>
                <c:pt idx="538">
                  <c:v>76.85369448191311</c:v>
                </c:pt>
                <c:pt idx="539">
                  <c:v>76.92075369378442</c:v>
                </c:pt>
                <c:pt idx="540">
                  <c:v>76.9666715900997</c:v>
                </c:pt>
                <c:pt idx="541">
                  <c:v>76.99139877639497</c:v>
                </c:pt>
                <c:pt idx="542">
                  <c:v>76.99496733908695</c:v>
                </c:pt>
                <c:pt idx="543">
                  <c:v>76.97748984564052</c:v>
                </c:pt>
                <c:pt idx="544">
                  <c:v>76.93915761895124</c:v>
                </c:pt>
                <c:pt idx="545">
                  <c:v>76.88023832289608</c:v>
                </c:pt>
                <c:pt idx="546">
                  <c:v>76.80107287091145</c:v>
                </c:pt>
                <c:pt idx="547">
                  <c:v>76.7020717171216</c:v>
                </c:pt>
                <c:pt idx="548">
                  <c:v>76.58371059845481</c:v>
                </c:pt>
                <c:pt idx="549">
                  <c:v>76.44652580321214</c:v>
                </c:pt>
                <c:pt idx="550">
                  <c:v>76.29110904656918</c:v>
                </c:pt>
                <c:pt idx="551">
                  <c:v>76.11810194375637</c:v>
                </c:pt>
                <c:pt idx="552">
                  <c:v>75.92819004113063</c:v>
                </c:pt>
                <c:pt idx="553">
                  <c:v>75.72209724360233</c:v>
                </c:pt>
                <c:pt idx="554">
                  <c:v>75.50058004949632</c:v>
                </c:pt>
                <c:pt idx="555">
                  <c:v>75.26442171764417</c:v>
                </c:pt>
                <c:pt idx="556">
                  <c:v>75.01442652183222</c:v>
                </c:pt>
                <c:pt idx="557">
                  <c:v>74.75141415692488</c:v>
                </c:pt>
                <c:pt idx="558">
                  <c:v>74.47621435364462</c:v>
                </c:pt>
                <c:pt idx="559">
                  <c:v>74.18966175114109</c:v>
                </c:pt>
                <c:pt idx="560">
                  <c:v>73.89259106835637</c:v>
                </c:pt>
                <c:pt idx="561">
                  <c:v>73.58583261971224</c:v>
                </c:pt>
                <c:pt idx="562">
                  <c:v>73.2702082131259</c:v>
                </c:pt>
                <c:pt idx="563">
                  <c:v>72.94652734554919</c:v>
                </c:pt>
                <c:pt idx="564">
                  <c:v>72.61558380635104</c:v>
                </c:pt>
                <c:pt idx="565">
                  <c:v>72.27815268026548</c:v>
                </c:pt>
                <c:pt idx="566">
                  <c:v>71.93498773485403</c:v>
                </c:pt>
                <c:pt idx="567">
                  <c:v>71.58681918475367</c:v>
                </c:pt>
                <c:pt idx="568">
                  <c:v>71.23435182053609</c:v>
                </c:pt>
                <c:pt idx="569">
                  <c:v>70.87826348630578</c:v>
                </c:pt>
                <c:pt idx="570">
                  <c:v>70.51920388719097</c:v>
                </c:pt>
                <c:pt idx="571">
                  <c:v>70.15779373908157</c:v>
                </c:pt>
                <c:pt idx="572">
                  <c:v>69.79462427234581</c:v>
                </c:pt>
                <c:pt idx="573">
                  <c:v>69.43025679652112</c:v>
                </c:pt>
                <c:pt idx="574">
                  <c:v>69.06522256709844</c:v>
                </c:pt>
                <c:pt idx="575">
                  <c:v>68.70002289925375</c:v>
                </c:pt>
                <c:pt idx="576">
                  <c:v>68.33512947144801</c:v>
                </c:pt>
                <c:pt idx="577">
                  <c:v>67.97098479553406</c:v>
                </c:pt>
                <c:pt idx="578">
                  <c:v>67.60800283093764</c:v>
                </c:pt>
                <c:pt idx="579">
                  <c:v>67.24656972160436</c:v>
                </c:pt>
                <c:pt idx="580">
                  <c:v>66.88704463570237</c:v>
                </c:pt>
                <c:pt idx="581">
                  <c:v>66.52976068894453</c:v>
                </c:pt>
                <c:pt idx="582">
                  <c:v>66.17502593358125</c:v>
                </c:pt>
                <c:pt idx="583">
                  <c:v>65.82312440177922</c:v>
                </c:pt>
                <c:pt idx="584">
                  <c:v>65.47431718572092</c:v>
                </c:pt>
                <c:pt idx="585">
                  <c:v>65.1288435416652</c:v>
                </c:pt>
                <c:pt idx="586">
                  <c:v>64.78692200709963</c:v>
                </c:pt>
                <c:pt idx="587">
                  <c:v>64.44875152105612</c:v>
                </c:pt>
                <c:pt idx="588">
                  <c:v>64.11451253894484</c:v>
                </c:pt>
                <c:pt idx="589">
                  <c:v>63.784368134465495</c:v>
                </c:pt>
                <c:pt idx="590">
                  <c:v>63.45846508226916</c:v>
                </c:pt>
                <c:pt idx="591">
                  <c:v>63.136934917804496</c:v>
                </c:pt>
                <c:pt idx="592">
                  <c:v>62.819894971594</c:v>
                </c:pt>
                <c:pt idx="593">
                  <c:v>62.507449360646206</c:v>
                </c:pt>
                <c:pt idx="594">
                  <c:v>62.199689948384865</c:v>
                </c:pt>
                <c:pt idx="595">
                  <c:v>61.896697269082956</c:v>
                </c:pt>
                <c:pt idx="596">
                  <c:v>61.59854141355392</c:v>
                </c:pt>
                <c:pt idx="597">
                  <c:v>61.30528287515114</c:v>
                </c:pt>
                <c:pt idx="598">
                  <c:v>61.01697335557426</c:v>
                </c:pt>
                <c:pt idx="599">
                  <c:v>60.733656530384806</c:v>
                </c:pt>
                <c:pt idx="600">
                  <c:v>60.45536877445856</c:v>
                </c:pt>
                <c:pt idx="601">
                  <c:v>60.18213981552514</c:v>
                </c:pt>
                <c:pt idx="602">
                  <c:v>59.91399328587358</c:v>
                </c:pt>
                <c:pt idx="603">
                  <c:v>59.650947431273</c:v>
                </c:pt>
                <c:pt idx="604">
                  <c:v>59.39301571545612</c:v>
                </c:pt>
                <c:pt idx="605">
                  <c:v>59.14020735626097</c:v>
                </c:pt>
                <c:pt idx="606">
                  <c:v>58.89252782756641</c:v>
                </c:pt>
                <c:pt idx="607">
                  <c:v>58.64997932838496</c:v>
                </c:pt>
                <c:pt idx="608">
                  <c:v>58.41256122052402</c:v>
                </c:pt>
                <c:pt idx="609">
                  <c:v>58.18027043624752</c:v>
                </c:pt>
                <c:pt idx="610">
                  <c:v>57.95310185737635</c:v>
                </c:pt>
                <c:pt idx="611">
                  <c:v>57.73104879682772</c:v>
                </c:pt>
                <c:pt idx="612">
                  <c:v>57.51410371022507</c:v>
                </c:pt>
                <c:pt idx="613">
                  <c:v>57.302258104502</c:v>
                </c:pt>
                <c:pt idx="614">
                  <c:v>57.09550268896292</c:v>
                </c:pt>
                <c:pt idx="615">
                  <c:v>56.89382763510784</c:v>
                </c:pt>
                <c:pt idx="616">
                  <c:v>56.69722281596107</c:v>
                </c:pt>
                <c:pt idx="617">
                  <c:v>56.505678026125736</c:v>
                </c:pt>
                <c:pt idx="618">
                  <c:v>56.319183183739575</c:v>
                </c:pt>
                <c:pt idx="619">
                  <c:v>56.13772851544647</c:v>
                </c:pt>
                <c:pt idx="620">
                  <c:v>55.96130472544662</c:v>
                </c:pt>
                <c:pt idx="621">
                  <c:v>55.78990266358307</c:v>
                </c:pt>
                <c:pt idx="622">
                  <c:v>55.623512008164376</c:v>
                </c:pt>
                <c:pt idx="623">
                  <c:v>55.4621228488153</c:v>
                </c:pt>
                <c:pt idx="624">
                  <c:v>55.305726279745215</c:v>
                </c:pt>
                <c:pt idx="625">
                  <c:v>55.15431449512956</c:v>
                </c:pt>
                <c:pt idx="626">
                  <c:v>55.00788087398354</c:v>
                </c:pt>
                <c:pt idx="627">
                  <c:v>54.8664200551906</c:v>
                </c:pt>
                <c:pt idx="628">
                  <c:v>54.72992800329406</c:v>
                </c:pt>
                <c:pt idx="629">
                  <c:v>54.59840206562395</c:v>
                </c:pt>
                <c:pt idx="630">
                  <c:v>54.47184102127689</c:v>
                </c:pt>
                <c:pt idx="631">
                  <c:v>54.350245761340254</c:v>
                </c:pt>
                <c:pt idx="632">
                  <c:v>54.233621252388474</c:v>
                </c:pt>
                <c:pt idx="633">
                  <c:v>54.12197467365705</c:v>
                </c:pt>
                <c:pt idx="634">
                  <c:v>54.01531481134316</c:v>
                </c:pt>
                <c:pt idx="635">
                  <c:v>53.91365208286315</c:v>
                </c:pt>
                <c:pt idx="636">
                  <c:v>53.81699855516332</c:v>
                </c:pt>
                <c:pt idx="637">
                  <c:v>53.72536795737479</c:v>
                </c:pt>
                <c:pt idx="638">
                  <c:v>53.638775688072336</c:v>
                </c:pt>
                <c:pt idx="639">
                  <c:v>53.55723881736986</c:v>
                </c:pt>
                <c:pt idx="640">
                  <c:v>53.48077608405449</c:v>
                </c:pt>
                <c:pt idx="641">
                  <c:v>53.4094077077538</c:v>
                </c:pt>
                <c:pt idx="642">
                  <c:v>53.34315482898554</c:v>
                </c:pt>
                <c:pt idx="643">
                  <c:v>53.282040019370825</c:v>
                </c:pt>
                <c:pt idx="644">
                  <c:v>53.226087436554835</c:v>
                </c:pt>
                <c:pt idx="645">
                  <c:v>53.175322796323144</c:v>
                </c:pt>
                <c:pt idx="646">
                  <c:v>53.12977334051114</c:v>
                </c:pt>
                <c:pt idx="647">
                  <c:v>53.08946780075752</c:v>
                </c:pt>
                <c:pt idx="648">
                  <c:v>53.054436358137124</c:v>
                </c:pt>
                <c:pt idx="649">
                  <c:v>53.02471059869283</c:v>
                </c:pt>
                <c:pt idx="650">
                  <c:v>53.00032346487581</c:v>
                </c:pt>
                <c:pt idx="651">
                  <c:v>52.981309093562444</c:v>
                </c:pt>
                <c:pt idx="652">
                  <c:v>52.9677024259826</c:v>
                </c:pt>
                <c:pt idx="653">
                  <c:v>52.959539464861216</c:v>
                </c:pt>
                <c:pt idx="654">
                  <c:v>52.9568573160592</c:v>
                </c:pt>
                <c:pt idx="655">
                  <c:v>52.95969411794442</c:v>
                </c:pt>
                <c:pt idx="656">
                  <c:v>52.96808896650541</c:v>
                </c:pt>
                <c:pt idx="657">
                  <c:v>52.9820818361488</c:v>
                </c:pt>
                <c:pt idx="658">
                  <c:v>53.00171349612555</c:v>
                </c:pt>
                <c:pt idx="659">
                  <c:v>53.02702542251804</c:v>
                </c:pt>
                <c:pt idx="660">
                  <c:v>53.058059705727786</c:v>
                </c:pt>
                <c:pt idx="661">
                  <c:v>53.09485899083823</c:v>
                </c:pt>
                <c:pt idx="662">
                  <c:v>53.13746649032257</c:v>
                </c:pt>
                <c:pt idx="663">
                  <c:v>53.18592576914929</c:v>
                </c:pt>
                <c:pt idx="664">
                  <c:v>53.24028059707728</c:v>
                </c:pt>
                <c:pt idx="665">
                  <c:v>53.30057483306921</c:v>
                </c:pt>
                <c:pt idx="666">
                  <c:v>53.36685230483171</c:v>
                </c:pt>
                <c:pt idx="667">
                  <c:v>53.43915668343489</c:v>
                </c:pt>
                <c:pt idx="668">
                  <c:v>53.51753135297387</c:v>
                </c:pt>
                <c:pt idx="669">
                  <c:v>53.60201927524194</c:v>
                </c:pt>
                <c:pt idx="670">
                  <c:v>53.69266284939822</c:v>
                </c:pt>
                <c:pt idx="671">
                  <c:v>53.78950375390891</c:v>
                </c:pt>
                <c:pt idx="672">
                  <c:v>53.89258275727665</c:v>
                </c:pt>
                <c:pt idx="673">
                  <c:v>54.001939599426485</c:v>
                </c:pt>
                <c:pt idx="674">
                  <c:v>54.11761284383937</c:v>
                </c:pt>
                <c:pt idx="675">
                  <c:v>54.239639712279</c:v>
                </c:pt>
                <c:pt idx="676">
                  <c:v>54.36805591471637</c:v>
                </c:pt>
                <c:pt idx="677">
                  <c:v>54.50289547454772</c:v>
                </c:pt>
                <c:pt idx="678">
                  <c:v>54.644190549232704</c:v>
                </c:pt>
                <c:pt idx="679">
                  <c:v>54.791971246497695</c:v>
                </c:pt>
                <c:pt idx="680">
                  <c:v>54.94626543627883</c:v>
                </c:pt>
                <c:pt idx="681">
                  <c:v>55.10709856205027</c:v>
                </c:pt>
                <c:pt idx="682">
                  <c:v>55.27449345544289</c:v>
                </c:pt>
                <c:pt idx="683">
                  <c:v>55.44847012682109</c:v>
                </c:pt>
                <c:pt idx="684">
                  <c:v>55.62904555913938</c:v>
                </c:pt>
                <c:pt idx="685">
                  <c:v>55.81623350223922</c:v>
                </c:pt>
                <c:pt idx="686">
                  <c:v>56.01004426456324</c:v>
                </c:pt>
                <c:pt idx="687">
                  <c:v>56.21048450268168</c:v>
                </c:pt>
                <c:pt idx="688">
                  <c:v>56.41755700906869</c:v>
                </c:pt>
                <c:pt idx="689">
                  <c:v>56.631260498595736</c:v>
                </c:pt>
                <c:pt idx="690">
                  <c:v>56.85158939425662</c:v>
                </c:pt>
                <c:pt idx="691">
                  <c:v>57.078533612666895</c:v>
                </c:pt>
                <c:pt idx="692">
                  <c:v>57.312078349927134</c:v>
                </c:pt>
                <c:pt idx="693">
                  <c:v>57.55220386847473</c:v>
                </c:pt>
                <c:pt idx="694">
                  <c:v>57.798885285584724</c:v>
                </c:pt>
                <c:pt idx="695">
                  <c:v>58.05209236422202</c:v>
                </c:pt>
                <c:pt idx="696">
                  <c:v>58.31178930698179</c:v>
                </c:pt>
                <c:pt idx="697">
                  <c:v>58.577934553888355</c:v>
                </c:pt>
                <c:pt idx="698">
                  <c:v>58.850480584859646</c:v>
                </c:pt>
                <c:pt idx="699">
                  <c:v>59.129373727675</c:v>
                </c:pt>
                <c:pt idx="700">
                  <c:v>59.414553972312724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delta</c:v>
                </c:pt>
              </c:strCache>
            </c:strRef>
          </c:tx>
          <c:spPr>
            <a:solidFill>
              <a:srgbClr val="C62828"/>
            </a:solidFill>
            <a:ln w="25400" cap="flat">
              <a:solidFill>
                <a:srgbClr val="C6282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62828"/>
              </a:solidFill>
              <a:ln w="9525" cap="flat">
                <a:solidFill>
                  <a:srgbClr val="C6282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Sheet1!$A$2:$A$702</c:f>
              <c:multiLvlStrCache>
                <c:ptCount val="701"/>
                <c:lvl>
                  <c:pt idx="0">
                    <c:v>400</c:v>
                  </c:pt>
                  <c:pt idx="1">
                    <c:v>401</c:v>
                  </c:pt>
                  <c:pt idx="2">
                    <c:v>402</c:v>
                  </c:pt>
                  <c:pt idx="3">
                    <c:v>403</c:v>
                  </c:pt>
                  <c:pt idx="4">
                    <c:v>404</c:v>
                  </c:pt>
                  <c:pt idx="5">
                    <c:v>405</c:v>
                  </c:pt>
                  <c:pt idx="6">
                    <c:v>406</c:v>
                  </c:pt>
                  <c:pt idx="7">
                    <c:v>407</c:v>
                  </c:pt>
                  <c:pt idx="8">
                    <c:v>408</c:v>
                  </c:pt>
                  <c:pt idx="9">
                    <c:v>409</c:v>
                  </c:pt>
                  <c:pt idx="10">
                    <c:v>410</c:v>
                  </c:pt>
                  <c:pt idx="11">
                    <c:v>411</c:v>
                  </c:pt>
                  <c:pt idx="12">
                    <c:v>412</c:v>
                  </c:pt>
                  <c:pt idx="13">
                    <c:v>413</c:v>
                  </c:pt>
                  <c:pt idx="14">
                    <c:v>414</c:v>
                  </c:pt>
                  <c:pt idx="15">
                    <c:v>415</c:v>
                  </c:pt>
                  <c:pt idx="16">
                    <c:v>416</c:v>
                  </c:pt>
                  <c:pt idx="17">
                    <c:v>417</c:v>
                  </c:pt>
                  <c:pt idx="18">
                    <c:v>418</c:v>
                  </c:pt>
                  <c:pt idx="19">
                    <c:v>419</c:v>
                  </c:pt>
                  <c:pt idx="20">
                    <c:v>420</c:v>
                  </c:pt>
                  <c:pt idx="21">
                    <c:v>421</c:v>
                  </c:pt>
                  <c:pt idx="22">
                    <c:v>422</c:v>
                  </c:pt>
                  <c:pt idx="23">
                    <c:v>423</c:v>
                  </c:pt>
                  <c:pt idx="24">
                    <c:v>424</c:v>
                  </c:pt>
                  <c:pt idx="25">
                    <c:v>425</c:v>
                  </c:pt>
                  <c:pt idx="26">
                    <c:v>426</c:v>
                  </c:pt>
                  <c:pt idx="27">
                    <c:v>427</c:v>
                  </c:pt>
                  <c:pt idx="28">
                    <c:v>428</c:v>
                  </c:pt>
                  <c:pt idx="29">
                    <c:v>429</c:v>
                  </c:pt>
                  <c:pt idx="30">
                    <c:v>430</c:v>
                  </c:pt>
                  <c:pt idx="31">
                    <c:v>431</c:v>
                  </c:pt>
                  <c:pt idx="32">
                    <c:v>432</c:v>
                  </c:pt>
                  <c:pt idx="33">
                    <c:v>433</c:v>
                  </c:pt>
                  <c:pt idx="34">
                    <c:v>434</c:v>
                  </c:pt>
                  <c:pt idx="35">
                    <c:v>435</c:v>
                  </c:pt>
                  <c:pt idx="36">
                    <c:v>436</c:v>
                  </c:pt>
                  <c:pt idx="37">
                    <c:v>437</c:v>
                  </c:pt>
                  <c:pt idx="38">
                    <c:v>438</c:v>
                  </c:pt>
                  <c:pt idx="39">
                    <c:v>439</c:v>
                  </c:pt>
                  <c:pt idx="40">
                    <c:v>440</c:v>
                  </c:pt>
                  <c:pt idx="41">
                    <c:v>441</c:v>
                  </c:pt>
                  <c:pt idx="42">
                    <c:v>442</c:v>
                  </c:pt>
                  <c:pt idx="43">
                    <c:v>443</c:v>
                  </c:pt>
                  <c:pt idx="44">
                    <c:v>444</c:v>
                  </c:pt>
                  <c:pt idx="45">
                    <c:v>445</c:v>
                  </c:pt>
                  <c:pt idx="46">
                    <c:v>446</c:v>
                  </c:pt>
                  <c:pt idx="47">
                    <c:v>447</c:v>
                  </c:pt>
                  <c:pt idx="48">
                    <c:v>448</c:v>
                  </c:pt>
                  <c:pt idx="49">
                    <c:v>449</c:v>
                  </c:pt>
                  <c:pt idx="50">
                    <c:v>450</c:v>
                  </c:pt>
                  <c:pt idx="51">
                    <c:v>451</c:v>
                  </c:pt>
                  <c:pt idx="52">
                    <c:v>452</c:v>
                  </c:pt>
                  <c:pt idx="53">
                    <c:v>453</c:v>
                  </c:pt>
                  <c:pt idx="54">
                    <c:v>454</c:v>
                  </c:pt>
                  <c:pt idx="55">
                    <c:v>455</c:v>
                  </c:pt>
                  <c:pt idx="56">
                    <c:v>456</c:v>
                  </c:pt>
                  <c:pt idx="57">
                    <c:v>457</c:v>
                  </c:pt>
                  <c:pt idx="58">
                    <c:v>458</c:v>
                  </c:pt>
                  <c:pt idx="59">
                    <c:v>459</c:v>
                  </c:pt>
                  <c:pt idx="60">
                    <c:v>460</c:v>
                  </c:pt>
                  <c:pt idx="61">
                    <c:v>461</c:v>
                  </c:pt>
                  <c:pt idx="62">
                    <c:v>462</c:v>
                  </c:pt>
                  <c:pt idx="63">
                    <c:v>463</c:v>
                  </c:pt>
                  <c:pt idx="64">
                    <c:v>464</c:v>
                  </c:pt>
                  <c:pt idx="65">
                    <c:v>465</c:v>
                  </c:pt>
                  <c:pt idx="66">
                    <c:v>466</c:v>
                  </c:pt>
                  <c:pt idx="67">
                    <c:v>467</c:v>
                  </c:pt>
                  <c:pt idx="68">
                    <c:v>468</c:v>
                  </c:pt>
                  <c:pt idx="69">
                    <c:v>469</c:v>
                  </c:pt>
                  <c:pt idx="70">
                    <c:v>470</c:v>
                  </c:pt>
                  <c:pt idx="71">
                    <c:v>471</c:v>
                  </c:pt>
                  <c:pt idx="72">
                    <c:v>472</c:v>
                  </c:pt>
                  <c:pt idx="73">
                    <c:v>473</c:v>
                  </c:pt>
                  <c:pt idx="74">
                    <c:v>474</c:v>
                  </c:pt>
                  <c:pt idx="75">
                    <c:v>475</c:v>
                  </c:pt>
                  <c:pt idx="76">
                    <c:v>476</c:v>
                  </c:pt>
                  <c:pt idx="77">
                    <c:v>477</c:v>
                  </c:pt>
                  <c:pt idx="78">
                    <c:v>478</c:v>
                  </c:pt>
                  <c:pt idx="79">
                    <c:v>479</c:v>
                  </c:pt>
                  <c:pt idx="80">
                    <c:v>480</c:v>
                  </c:pt>
                  <c:pt idx="81">
                    <c:v>481</c:v>
                  </c:pt>
                  <c:pt idx="82">
                    <c:v>482</c:v>
                  </c:pt>
                  <c:pt idx="83">
                    <c:v>483</c:v>
                  </c:pt>
                  <c:pt idx="84">
                    <c:v>484</c:v>
                  </c:pt>
                  <c:pt idx="85">
                    <c:v>485</c:v>
                  </c:pt>
                  <c:pt idx="86">
                    <c:v>486</c:v>
                  </c:pt>
                  <c:pt idx="87">
                    <c:v>487</c:v>
                  </c:pt>
                  <c:pt idx="88">
                    <c:v>488</c:v>
                  </c:pt>
                  <c:pt idx="89">
                    <c:v>489</c:v>
                  </c:pt>
                  <c:pt idx="90">
                    <c:v>490</c:v>
                  </c:pt>
                  <c:pt idx="91">
                    <c:v>491</c:v>
                  </c:pt>
                  <c:pt idx="92">
                    <c:v>492</c:v>
                  </c:pt>
                  <c:pt idx="93">
                    <c:v>493</c:v>
                  </c:pt>
                  <c:pt idx="94">
                    <c:v>494</c:v>
                  </c:pt>
                  <c:pt idx="95">
                    <c:v>495</c:v>
                  </c:pt>
                  <c:pt idx="96">
                    <c:v>496</c:v>
                  </c:pt>
                  <c:pt idx="97">
                    <c:v>497</c:v>
                  </c:pt>
                  <c:pt idx="98">
                    <c:v>498</c:v>
                  </c:pt>
                  <c:pt idx="99">
                    <c:v>499</c:v>
                  </c:pt>
                  <c:pt idx="100">
                    <c:v>500</c:v>
                  </c:pt>
                  <c:pt idx="101">
                    <c:v>501</c:v>
                  </c:pt>
                  <c:pt idx="102">
                    <c:v>502</c:v>
                  </c:pt>
                  <c:pt idx="103">
                    <c:v>503</c:v>
                  </c:pt>
                  <c:pt idx="104">
                    <c:v>504</c:v>
                  </c:pt>
                  <c:pt idx="105">
                    <c:v>505</c:v>
                  </c:pt>
                  <c:pt idx="106">
                    <c:v>506</c:v>
                  </c:pt>
                  <c:pt idx="107">
                    <c:v>507</c:v>
                  </c:pt>
                  <c:pt idx="108">
                    <c:v>508</c:v>
                  </c:pt>
                  <c:pt idx="109">
                    <c:v>509</c:v>
                  </c:pt>
                  <c:pt idx="110">
                    <c:v>510</c:v>
                  </c:pt>
                  <c:pt idx="111">
                    <c:v>511</c:v>
                  </c:pt>
                  <c:pt idx="112">
                    <c:v>512</c:v>
                  </c:pt>
                  <c:pt idx="113">
                    <c:v>513</c:v>
                  </c:pt>
                  <c:pt idx="114">
                    <c:v>514</c:v>
                  </c:pt>
                  <c:pt idx="115">
                    <c:v>515</c:v>
                  </c:pt>
                  <c:pt idx="116">
                    <c:v>516</c:v>
                  </c:pt>
                  <c:pt idx="117">
                    <c:v>517</c:v>
                  </c:pt>
                  <c:pt idx="118">
                    <c:v>518</c:v>
                  </c:pt>
                  <c:pt idx="119">
                    <c:v>519</c:v>
                  </c:pt>
                  <c:pt idx="120">
                    <c:v>520</c:v>
                  </c:pt>
                  <c:pt idx="121">
                    <c:v>521</c:v>
                  </c:pt>
                  <c:pt idx="122">
                    <c:v>522</c:v>
                  </c:pt>
                  <c:pt idx="123">
                    <c:v>523</c:v>
                  </c:pt>
                  <c:pt idx="124">
                    <c:v>524</c:v>
                  </c:pt>
                  <c:pt idx="125">
                    <c:v>525</c:v>
                  </c:pt>
                  <c:pt idx="126">
                    <c:v>526</c:v>
                  </c:pt>
                  <c:pt idx="127">
                    <c:v>527</c:v>
                  </c:pt>
                  <c:pt idx="128">
                    <c:v>528</c:v>
                  </c:pt>
                  <c:pt idx="129">
                    <c:v>529</c:v>
                  </c:pt>
                  <c:pt idx="130">
                    <c:v>530</c:v>
                  </c:pt>
                  <c:pt idx="131">
                    <c:v>531</c:v>
                  </c:pt>
                  <c:pt idx="132">
                    <c:v>532</c:v>
                  </c:pt>
                  <c:pt idx="133">
                    <c:v>533</c:v>
                  </c:pt>
                  <c:pt idx="134">
                    <c:v>534</c:v>
                  </c:pt>
                  <c:pt idx="135">
                    <c:v>535</c:v>
                  </c:pt>
                  <c:pt idx="136">
                    <c:v>536</c:v>
                  </c:pt>
                  <c:pt idx="137">
                    <c:v>537</c:v>
                  </c:pt>
                  <c:pt idx="138">
                    <c:v>538</c:v>
                  </c:pt>
                  <c:pt idx="139">
                    <c:v>539</c:v>
                  </c:pt>
                  <c:pt idx="140">
                    <c:v>540</c:v>
                  </c:pt>
                  <c:pt idx="141">
                    <c:v>541</c:v>
                  </c:pt>
                  <c:pt idx="142">
                    <c:v>542</c:v>
                  </c:pt>
                  <c:pt idx="143">
                    <c:v>543</c:v>
                  </c:pt>
                  <c:pt idx="144">
                    <c:v>544</c:v>
                  </c:pt>
                  <c:pt idx="145">
                    <c:v>545</c:v>
                  </c:pt>
                  <c:pt idx="146">
                    <c:v>546</c:v>
                  </c:pt>
                  <c:pt idx="147">
                    <c:v>547</c:v>
                  </c:pt>
                  <c:pt idx="148">
                    <c:v>548</c:v>
                  </c:pt>
                  <c:pt idx="149">
                    <c:v>549</c:v>
                  </c:pt>
                  <c:pt idx="150">
                    <c:v>550</c:v>
                  </c:pt>
                  <c:pt idx="151">
                    <c:v>551</c:v>
                  </c:pt>
                  <c:pt idx="152">
                    <c:v>552</c:v>
                  </c:pt>
                  <c:pt idx="153">
                    <c:v>553</c:v>
                  </c:pt>
                  <c:pt idx="154">
                    <c:v>554</c:v>
                  </c:pt>
                  <c:pt idx="155">
                    <c:v>555</c:v>
                  </c:pt>
                  <c:pt idx="156">
                    <c:v>556</c:v>
                  </c:pt>
                  <c:pt idx="157">
                    <c:v>557</c:v>
                  </c:pt>
                  <c:pt idx="158">
                    <c:v>558</c:v>
                  </c:pt>
                  <c:pt idx="159">
                    <c:v>559</c:v>
                  </c:pt>
                  <c:pt idx="160">
                    <c:v>560</c:v>
                  </c:pt>
                  <c:pt idx="161">
                    <c:v>561</c:v>
                  </c:pt>
                  <c:pt idx="162">
                    <c:v>562</c:v>
                  </c:pt>
                  <c:pt idx="163">
                    <c:v>563</c:v>
                  </c:pt>
                  <c:pt idx="164">
                    <c:v>564</c:v>
                  </c:pt>
                  <c:pt idx="165">
                    <c:v>565</c:v>
                  </c:pt>
                  <c:pt idx="166">
                    <c:v>566</c:v>
                  </c:pt>
                  <c:pt idx="167">
                    <c:v>567</c:v>
                  </c:pt>
                  <c:pt idx="168">
                    <c:v>568</c:v>
                  </c:pt>
                  <c:pt idx="169">
                    <c:v>569</c:v>
                  </c:pt>
                  <c:pt idx="170">
                    <c:v>570</c:v>
                  </c:pt>
                  <c:pt idx="171">
                    <c:v>571</c:v>
                  </c:pt>
                  <c:pt idx="172">
                    <c:v>572</c:v>
                  </c:pt>
                  <c:pt idx="173">
                    <c:v>573</c:v>
                  </c:pt>
                  <c:pt idx="174">
                    <c:v>574</c:v>
                  </c:pt>
                  <c:pt idx="175">
                    <c:v>575</c:v>
                  </c:pt>
                  <c:pt idx="176">
                    <c:v>576</c:v>
                  </c:pt>
                  <c:pt idx="177">
                    <c:v>577</c:v>
                  </c:pt>
                  <c:pt idx="178">
                    <c:v>578</c:v>
                  </c:pt>
                  <c:pt idx="179">
                    <c:v>579</c:v>
                  </c:pt>
                  <c:pt idx="180">
                    <c:v>580</c:v>
                  </c:pt>
                  <c:pt idx="181">
                    <c:v>581</c:v>
                  </c:pt>
                  <c:pt idx="182">
                    <c:v>582</c:v>
                  </c:pt>
                  <c:pt idx="183">
                    <c:v>583</c:v>
                  </c:pt>
                  <c:pt idx="184">
                    <c:v>584</c:v>
                  </c:pt>
                  <c:pt idx="185">
                    <c:v>585</c:v>
                  </c:pt>
                  <c:pt idx="186">
                    <c:v>586</c:v>
                  </c:pt>
                  <c:pt idx="187">
                    <c:v>587</c:v>
                  </c:pt>
                  <c:pt idx="188">
                    <c:v>588</c:v>
                  </c:pt>
                  <c:pt idx="189">
                    <c:v>589</c:v>
                  </c:pt>
                  <c:pt idx="190">
                    <c:v>590</c:v>
                  </c:pt>
                  <c:pt idx="191">
                    <c:v>591</c:v>
                  </c:pt>
                  <c:pt idx="192">
                    <c:v>592</c:v>
                  </c:pt>
                  <c:pt idx="193">
                    <c:v>593</c:v>
                  </c:pt>
                  <c:pt idx="194">
                    <c:v>594</c:v>
                  </c:pt>
                  <c:pt idx="195">
                    <c:v>595</c:v>
                  </c:pt>
                  <c:pt idx="196">
                    <c:v>596</c:v>
                  </c:pt>
                  <c:pt idx="197">
                    <c:v>597</c:v>
                  </c:pt>
                  <c:pt idx="198">
                    <c:v>598</c:v>
                  </c:pt>
                  <c:pt idx="199">
                    <c:v>599</c:v>
                  </c:pt>
                  <c:pt idx="200">
                    <c:v>600</c:v>
                  </c:pt>
                  <c:pt idx="201">
                    <c:v>601</c:v>
                  </c:pt>
                  <c:pt idx="202">
                    <c:v>602</c:v>
                  </c:pt>
                  <c:pt idx="203">
                    <c:v>603</c:v>
                  </c:pt>
                  <c:pt idx="204">
                    <c:v>604</c:v>
                  </c:pt>
                  <c:pt idx="205">
                    <c:v>605</c:v>
                  </c:pt>
                  <c:pt idx="206">
                    <c:v>606</c:v>
                  </c:pt>
                  <c:pt idx="207">
                    <c:v>607</c:v>
                  </c:pt>
                  <c:pt idx="208">
                    <c:v>608</c:v>
                  </c:pt>
                  <c:pt idx="209">
                    <c:v>609</c:v>
                  </c:pt>
                  <c:pt idx="210">
                    <c:v>610</c:v>
                  </c:pt>
                  <c:pt idx="211">
                    <c:v>611</c:v>
                  </c:pt>
                  <c:pt idx="212">
                    <c:v>612</c:v>
                  </c:pt>
                  <c:pt idx="213">
                    <c:v>613</c:v>
                  </c:pt>
                  <c:pt idx="214">
                    <c:v>614</c:v>
                  </c:pt>
                  <c:pt idx="215">
                    <c:v>615</c:v>
                  </c:pt>
                  <c:pt idx="216">
                    <c:v>616</c:v>
                  </c:pt>
                  <c:pt idx="217">
                    <c:v>617</c:v>
                  </c:pt>
                  <c:pt idx="218">
                    <c:v>618</c:v>
                  </c:pt>
                  <c:pt idx="219">
                    <c:v>619</c:v>
                  </c:pt>
                  <c:pt idx="220">
                    <c:v>620</c:v>
                  </c:pt>
                  <c:pt idx="221">
                    <c:v>621</c:v>
                  </c:pt>
                  <c:pt idx="222">
                    <c:v>622</c:v>
                  </c:pt>
                  <c:pt idx="223">
                    <c:v>623</c:v>
                  </c:pt>
                  <c:pt idx="224">
                    <c:v>624</c:v>
                  </c:pt>
                  <c:pt idx="225">
                    <c:v>625</c:v>
                  </c:pt>
                  <c:pt idx="226">
                    <c:v>626</c:v>
                  </c:pt>
                  <c:pt idx="227">
                    <c:v>627</c:v>
                  </c:pt>
                  <c:pt idx="228">
                    <c:v>628</c:v>
                  </c:pt>
                  <c:pt idx="229">
                    <c:v>629</c:v>
                  </c:pt>
                  <c:pt idx="230">
                    <c:v>630</c:v>
                  </c:pt>
                  <c:pt idx="231">
                    <c:v>631</c:v>
                  </c:pt>
                  <c:pt idx="232">
                    <c:v>632</c:v>
                  </c:pt>
                  <c:pt idx="233">
                    <c:v>633</c:v>
                  </c:pt>
                  <c:pt idx="234">
                    <c:v>634</c:v>
                  </c:pt>
                  <c:pt idx="235">
                    <c:v>635</c:v>
                  </c:pt>
                  <c:pt idx="236">
                    <c:v>636</c:v>
                  </c:pt>
                  <c:pt idx="237">
                    <c:v>637</c:v>
                  </c:pt>
                  <c:pt idx="238">
                    <c:v>638</c:v>
                  </c:pt>
                  <c:pt idx="239">
                    <c:v>639</c:v>
                  </c:pt>
                  <c:pt idx="240">
                    <c:v>640</c:v>
                  </c:pt>
                  <c:pt idx="241">
                    <c:v>641</c:v>
                  </c:pt>
                  <c:pt idx="242">
                    <c:v>642</c:v>
                  </c:pt>
                  <c:pt idx="243">
                    <c:v>643</c:v>
                  </c:pt>
                  <c:pt idx="244">
                    <c:v>644</c:v>
                  </c:pt>
                  <c:pt idx="245">
                    <c:v>645</c:v>
                  </c:pt>
                  <c:pt idx="246">
                    <c:v>646</c:v>
                  </c:pt>
                  <c:pt idx="247">
                    <c:v>647</c:v>
                  </c:pt>
                  <c:pt idx="248">
                    <c:v>648</c:v>
                  </c:pt>
                  <c:pt idx="249">
                    <c:v>649</c:v>
                  </c:pt>
                  <c:pt idx="250">
                    <c:v>650</c:v>
                  </c:pt>
                  <c:pt idx="251">
                    <c:v>651</c:v>
                  </c:pt>
                  <c:pt idx="252">
                    <c:v>652</c:v>
                  </c:pt>
                  <c:pt idx="253">
                    <c:v>653</c:v>
                  </c:pt>
                  <c:pt idx="254">
                    <c:v>654</c:v>
                  </c:pt>
                  <c:pt idx="255">
                    <c:v>655</c:v>
                  </c:pt>
                  <c:pt idx="256">
                    <c:v>656</c:v>
                  </c:pt>
                  <c:pt idx="257">
                    <c:v>657</c:v>
                  </c:pt>
                  <c:pt idx="258">
                    <c:v>658</c:v>
                  </c:pt>
                  <c:pt idx="259">
                    <c:v>659</c:v>
                  </c:pt>
                  <c:pt idx="260">
                    <c:v>660</c:v>
                  </c:pt>
                  <c:pt idx="261">
                    <c:v>661</c:v>
                  </c:pt>
                  <c:pt idx="262">
                    <c:v>662</c:v>
                  </c:pt>
                  <c:pt idx="263">
                    <c:v>663</c:v>
                  </c:pt>
                  <c:pt idx="264">
                    <c:v>664</c:v>
                  </c:pt>
                  <c:pt idx="265">
                    <c:v>665</c:v>
                  </c:pt>
                  <c:pt idx="266">
                    <c:v>666</c:v>
                  </c:pt>
                  <c:pt idx="267">
                    <c:v>667</c:v>
                  </c:pt>
                  <c:pt idx="268">
                    <c:v>668</c:v>
                  </c:pt>
                  <c:pt idx="269">
                    <c:v>669</c:v>
                  </c:pt>
                  <c:pt idx="270">
                    <c:v>670</c:v>
                  </c:pt>
                  <c:pt idx="271">
                    <c:v>671</c:v>
                  </c:pt>
                  <c:pt idx="272">
                    <c:v>672</c:v>
                  </c:pt>
                  <c:pt idx="273">
                    <c:v>673</c:v>
                  </c:pt>
                  <c:pt idx="274">
                    <c:v>674</c:v>
                  </c:pt>
                  <c:pt idx="275">
                    <c:v>675</c:v>
                  </c:pt>
                  <c:pt idx="276">
                    <c:v>676</c:v>
                  </c:pt>
                  <c:pt idx="277">
                    <c:v>677</c:v>
                  </c:pt>
                  <c:pt idx="278">
                    <c:v>678</c:v>
                  </c:pt>
                  <c:pt idx="279">
                    <c:v>679</c:v>
                  </c:pt>
                  <c:pt idx="280">
                    <c:v>680</c:v>
                  </c:pt>
                  <c:pt idx="281">
                    <c:v>681</c:v>
                  </c:pt>
                  <c:pt idx="282">
                    <c:v>682</c:v>
                  </c:pt>
                  <c:pt idx="283">
                    <c:v>683</c:v>
                  </c:pt>
                  <c:pt idx="284">
                    <c:v>684</c:v>
                  </c:pt>
                  <c:pt idx="285">
                    <c:v>685</c:v>
                  </c:pt>
                  <c:pt idx="286">
                    <c:v>686</c:v>
                  </c:pt>
                  <c:pt idx="287">
                    <c:v>687</c:v>
                  </c:pt>
                  <c:pt idx="288">
                    <c:v>688</c:v>
                  </c:pt>
                  <c:pt idx="289">
                    <c:v>689</c:v>
                  </c:pt>
                  <c:pt idx="290">
                    <c:v>690</c:v>
                  </c:pt>
                  <c:pt idx="291">
                    <c:v>691</c:v>
                  </c:pt>
                  <c:pt idx="292">
                    <c:v>692</c:v>
                  </c:pt>
                  <c:pt idx="293">
                    <c:v>693</c:v>
                  </c:pt>
                  <c:pt idx="294">
                    <c:v>694</c:v>
                  </c:pt>
                  <c:pt idx="295">
                    <c:v>695</c:v>
                  </c:pt>
                  <c:pt idx="296">
                    <c:v>696</c:v>
                  </c:pt>
                  <c:pt idx="297">
                    <c:v>697</c:v>
                  </c:pt>
                  <c:pt idx="298">
                    <c:v>698</c:v>
                  </c:pt>
                  <c:pt idx="299">
                    <c:v>699</c:v>
                  </c:pt>
                  <c:pt idx="300">
                    <c:v>700</c:v>
                  </c:pt>
                  <c:pt idx="301">
                    <c:v>701</c:v>
                  </c:pt>
                  <c:pt idx="302">
                    <c:v>702</c:v>
                  </c:pt>
                  <c:pt idx="303">
                    <c:v>703</c:v>
                  </c:pt>
                  <c:pt idx="304">
                    <c:v>704</c:v>
                  </c:pt>
                  <c:pt idx="305">
                    <c:v>705</c:v>
                  </c:pt>
                  <c:pt idx="306">
                    <c:v>706</c:v>
                  </c:pt>
                  <c:pt idx="307">
                    <c:v>707</c:v>
                  </c:pt>
                  <c:pt idx="308">
                    <c:v>708</c:v>
                  </c:pt>
                  <c:pt idx="309">
                    <c:v>709</c:v>
                  </c:pt>
                  <c:pt idx="310">
                    <c:v>710</c:v>
                  </c:pt>
                  <c:pt idx="311">
                    <c:v>711</c:v>
                  </c:pt>
                  <c:pt idx="312">
                    <c:v>712</c:v>
                  </c:pt>
                  <c:pt idx="313">
                    <c:v>713</c:v>
                  </c:pt>
                  <c:pt idx="314">
                    <c:v>714</c:v>
                  </c:pt>
                  <c:pt idx="315">
                    <c:v>715</c:v>
                  </c:pt>
                  <c:pt idx="316">
                    <c:v>716</c:v>
                  </c:pt>
                  <c:pt idx="317">
                    <c:v>717</c:v>
                  </c:pt>
                  <c:pt idx="318">
                    <c:v>718</c:v>
                  </c:pt>
                  <c:pt idx="319">
                    <c:v>719</c:v>
                  </c:pt>
                  <c:pt idx="320">
                    <c:v>720</c:v>
                  </c:pt>
                  <c:pt idx="321">
                    <c:v>721</c:v>
                  </c:pt>
                  <c:pt idx="322">
                    <c:v>722</c:v>
                  </c:pt>
                  <c:pt idx="323">
                    <c:v>723</c:v>
                  </c:pt>
                  <c:pt idx="324">
                    <c:v>724</c:v>
                  </c:pt>
                  <c:pt idx="325">
                    <c:v>725</c:v>
                  </c:pt>
                  <c:pt idx="326">
                    <c:v>726</c:v>
                  </c:pt>
                  <c:pt idx="327">
                    <c:v>727</c:v>
                  </c:pt>
                  <c:pt idx="328">
                    <c:v>728</c:v>
                  </c:pt>
                  <c:pt idx="329">
                    <c:v>729</c:v>
                  </c:pt>
                  <c:pt idx="330">
                    <c:v>730</c:v>
                  </c:pt>
                  <c:pt idx="331">
                    <c:v>731</c:v>
                  </c:pt>
                  <c:pt idx="332">
                    <c:v>732</c:v>
                  </c:pt>
                  <c:pt idx="333">
                    <c:v>733</c:v>
                  </c:pt>
                  <c:pt idx="334">
                    <c:v>734</c:v>
                  </c:pt>
                  <c:pt idx="335">
                    <c:v>735</c:v>
                  </c:pt>
                  <c:pt idx="336">
                    <c:v>736</c:v>
                  </c:pt>
                  <c:pt idx="337">
                    <c:v>737</c:v>
                  </c:pt>
                  <c:pt idx="338">
                    <c:v>738</c:v>
                  </c:pt>
                  <c:pt idx="339">
                    <c:v>739</c:v>
                  </c:pt>
                  <c:pt idx="340">
                    <c:v>740</c:v>
                  </c:pt>
                  <c:pt idx="341">
                    <c:v>741</c:v>
                  </c:pt>
                  <c:pt idx="342">
                    <c:v>742</c:v>
                  </c:pt>
                  <c:pt idx="343">
                    <c:v>743</c:v>
                  </c:pt>
                  <c:pt idx="344">
                    <c:v>744</c:v>
                  </c:pt>
                  <c:pt idx="345">
                    <c:v>745</c:v>
                  </c:pt>
                  <c:pt idx="346">
                    <c:v>746</c:v>
                  </c:pt>
                  <c:pt idx="347">
                    <c:v>747</c:v>
                  </c:pt>
                  <c:pt idx="348">
                    <c:v>748</c:v>
                  </c:pt>
                  <c:pt idx="349">
                    <c:v>749</c:v>
                  </c:pt>
                  <c:pt idx="350">
                    <c:v>750</c:v>
                  </c:pt>
                  <c:pt idx="351">
                    <c:v>751</c:v>
                  </c:pt>
                  <c:pt idx="352">
                    <c:v>752</c:v>
                  </c:pt>
                  <c:pt idx="353">
                    <c:v>753</c:v>
                  </c:pt>
                  <c:pt idx="354">
                    <c:v>754</c:v>
                  </c:pt>
                  <c:pt idx="355">
                    <c:v>755</c:v>
                  </c:pt>
                  <c:pt idx="356">
                    <c:v>756</c:v>
                  </c:pt>
                  <c:pt idx="357">
                    <c:v>757</c:v>
                  </c:pt>
                  <c:pt idx="358">
                    <c:v>758</c:v>
                  </c:pt>
                  <c:pt idx="359">
                    <c:v>759</c:v>
                  </c:pt>
                  <c:pt idx="360">
                    <c:v>760</c:v>
                  </c:pt>
                  <c:pt idx="361">
                    <c:v>761</c:v>
                  </c:pt>
                  <c:pt idx="362">
                    <c:v>762</c:v>
                  </c:pt>
                  <c:pt idx="363">
                    <c:v>763</c:v>
                  </c:pt>
                  <c:pt idx="364">
                    <c:v>764</c:v>
                  </c:pt>
                  <c:pt idx="365">
                    <c:v>765</c:v>
                  </c:pt>
                  <c:pt idx="366">
                    <c:v>766</c:v>
                  </c:pt>
                  <c:pt idx="367">
                    <c:v>767</c:v>
                  </c:pt>
                  <c:pt idx="368">
                    <c:v>768</c:v>
                  </c:pt>
                  <c:pt idx="369">
                    <c:v>769</c:v>
                  </c:pt>
                  <c:pt idx="370">
                    <c:v>770</c:v>
                  </c:pt>
                  <c:pt idx="371">
                    <c:v>771</c:v>
                  </c:pt>
                  <c:pt idx="372">
                    <c:v>772</c:v>
                  </c:pt>
                  <c:pt idx="373">
                    <c:v>773</c:v>
                  </c:pt>
                  <c:pt idx="374">
                    <c:v>774</c:v>
                  </c:pt>
                  <c:pt idx="375">
                    <c:v>775</c:v>
                  </c:pt>
                  <c:pt idx="376">
                    <c:v>776</c:v>
                  </c:pt>
                  <c:pt idx="377">
                    <c:v>777</c:v>
                  </c:pt>
                  <c:pt idx="378">
                    <c:v>778</c:v>
                  </c:pt>
                  <c:pt idx="379">
                    <c:v>779</c:v>
                  </c:pt>
                  <c:pt idx="380">
                    <c:v>780</c:v>
                  </c:pt>
                  <c:pt idx="381">
                    <c:v>781</c:v>
                  </c:pt>
                  <c:pt idx="382">
                    <c:v>782</c:v>
                  </c:pt>
                  <c:pt idx="383">
                    <c:v>783</c:v>
                  </c:pt>
                  <c:pt idx="384">
                    <c:v>784</c:v>
                  </c:pt>
                  <c:pt idx="385">
                    <c:v>785</c:v>
                  </c:pt>
                  <c:pt idx="386">
                    <c:v>786</c:v>
                  </c:pt>
                  <c:pt idx="387">
                    <c:v>787</c:v>
                  </c:pt>
                  <c:pt idx="388">
                    <c:v>788</c:v>
                  </c:pt>
                  <c:pt idx="389">
                    <c:v>789</c:v>
                  </c:pt>
                  <c:pt idx="390">
                    <c:v>790</c:v>
                  </c:pt>
                  <c:pt idx="391">
                    <c:v>791</c:v>
                  </c:pt>
                  <c:pt idx="392">
                    <c:v>792</c:v>
                  </c:pt>
                  <c:pt idx="393">
                    <c:v>793</c:v>
                  </c:pt>
                  <c:pt idx="394">
                    <c:v>794</c:v>
                  </c:pt>
                  <c:pt idx="395">
                    <c:v>795</c:v>
                  </c:pt>
                  <c:pt idx="396">
                    <c:v>796</c:v>
                  </c:pt>
                  <c:pt idx="397">
                    <c:v>797</c:v>
                  </c:pt>
                  <c:pt idx="398">
                    <c:v>798</c:v>
                  </c:pt>
                  <c:pt idx="399">
                    <c:v>799</c:v>
                  </c:pt>
                  <c:pt idx="400">
                    <c:v>800</c:v>
                  </c:pt>
                  <c:pt idx="401">
                    <c:v>801</c:v>
                  </c:pt>
                  <c:pt idx="402">
                    <c:v>802</c:v>
                  </c:pt>
                  <c:pt idx="403">
                    <c:v>803</c:v>
                  </c:pt>
                  <c:pt idx="404">
                    <c:v>804</c:v>
                  </c:pt>
                  <c:pt idx="405">
                    <c:v>805</c:v>
                  </c:pt>
                  <c:pt idx="406">
                    <c:v>806</c:v>
                  </c:pt>
                  <c:pt idx="407">
                    <c:v>807</c:v>
                  </c:pt>
                  <c:pt idx="408">
                    <c:v>808</c:v>
                  </c:pt>
                  <c:pt idx="409">
                    <c:v>809</c:v>
                  </c:pt>
                  <c:pt idx="410">
                    <c:v>810</c:v>
                  </c:pt>
                  <c:pt idx="411">
                    <c:v>811</c:v>
                  </c:pt>
                  <c:pt idx="412">
                    <c:v>812</c:v>
                  </c:pt>
                  <c:pt idx="413">
                    <c:v>813</c:v>
                  </c:pt>
                  <c:pt idx="414">
                    <c:v>814</c:v>
                  </c:pt>
                  <c:pt idx="415">
                    <c:v>815</c:v>
                  </c:pt>
                  <c:pt idx="416">
                    <c:v>816</c:v>
                  </c:pt>
                  <c:pt idx="417">
                    <c:v>817</c:v>
                  </c:pt>
                  <c:pt idx="418">
                    <c:v>818</c:v>
                  </c:pt>
                  <c:pt idx="419">
                    <c:v>819</c:v>
                  </c:pt>
                  <c:pt idx="420">
                    <c:v>820</c:v>
                  </c:pt>
                  <c:pt idx="421">
                    <c:v>821</c:v>
                  </c:pt>
                  <c:pt idx="422">
                    <c:v>822</c:v>
                  </c:pt>
                  <c:pt idx="423">
                    <c:v>823</c:v>
                  </c:pt>
                  <c:pt idx="424">
                    <c:v>824</c:v>
                  </c:pt>
                  <c:pt idx="425">
                    <c:v>825</c:v>
                  </c:pt>
                  <c:pt idx="426">
                    <c:v>826</c:v>
                  </c:pt>
                  <c:pt idx="427">
                    <c:v>827</c:v>
                  </c:pt>
                  <c:pt idx="428">
                    <c:v>828</c:v>
                  </c:pt>
                  <c:pt idx="429">
                    <c:v>829</c:v>
                  </c:pt>
                  <c:pt idx="430">
                    <c:v>830</c:v>
                  </c:pt>
                  <c:pt idx="431">
                    <c:v>831</c:v>
                  </c:pt>
                  <c:pt idx="432">
                    <c:v>832</c:v>
                  </c:pt>
                  <c:pt idx="433">
                    <c:v>833</c:v>
                  </c:pt>
                  <c:pt idx="434">
                    <c:v>834</c:v>
                  </c:pt>
                  <c:pt idx="435">
                    <c:v>835</c:v>
                  </c:pt>
                  <c:pt idx="436">
                    <c:v>836</c:v>
                  </c:pt>
                  <c:pt idx="437">
                    <c:v>837</c:v>
                  </c:pt>
                  <c:pt idx="438">
                    <c:v>838</c:v>
                  </c:pt>
                  <c:pt idx="439">
                    <c:v>839</c:v>
                  </c:pt>
                  <c:pt idx="440">
                    <c:v>840</c:v>
                  </c:pt>
                  <c:pt idx="441">
                    <c:v>841</c:v>
                  </c:pt>
                  <c:pt idx="442">
                    <c:v>842</c:v>
                  </c:pt>
                  <c:pt idx="443">
                    <c:v>843</c:v>
                  </c:pt>
                  <c:pt idx="444">
                    <c:v>844</c:v>
                  </c:pt>
                  <c:pt idx="445">
                    <c:v>845</c:v>
                  </c:pt>
                  <c:pt idx="446">
                    <c:v>846</c:v>
                  </c:pt>
                  <c:pt idx="447">
                    <c:v>847</c:v>
                  </c:pt>
                  <c:pt idx="448">
                    <c:v>848</c:v>
                  </c:pt>
                  <c:pt idx="449">
                    <c:v>849</c:v>
                  </c:pt>
                  <c:pt idx="450">
                    <c:v>850</c:v>
                  </c:pt>
                  <c:pt idx="451">
                    <c:v>851</c:v>
                  </c:pt>
                  <c:pt idx="452">
                    <c:v>852</c:v>
                  </c:pt>
                  <c:pt idx="453">
                    <c:v>853</c:v>
                  </c:pt>
                  <c:pt idx="454">
                    <c:v>854</c:v>
                  </c:pt>
                  <c:pt idx="455">
                    <c:v>855</c:v>
                  </c:pt>
                  <c:pt idx="456">
                    <c:v>856</c:v>
                  </c:pt>
                  <c:pt idx="457">
                    <c:v>857</c:v>
                  </c:pt>
                  <c:pt idx="458">
                    <c:v>858</c:v>
                  </c:pt>
                  <c:pt idx="459">
                    <c:v>859</c:v>
                  </c:pt>
                  <c:pt idx="460">
                    <c:v>860</c:v>
                  </c:pt>
                  <c:pt idx="461">
                    <c:v>861</c:v>
                  </c:pt>
                  <c:pt idx="462">
                    <c:v>862</c:v>
                  </c:pt>
                  <c:pt idx="463">
                    <c:v>863</c:v>
                  </c:pt>
                  <c:pt idx="464">
                    <c:v>864</c:v>
                  </c:pt>
                  <c:pt idx="465">
                    <c:v>865</c:v>
                  </c:pt>
                  <c:pt idx="466">
                    <c:v>866</c:v>
                  </c:pt>
                  <c:pt idx="467">
                    <c:v>867</c:v>
                  </c:pt>
                  <c:pt idx="468">
                    <c:v>868</c:v>
                  </c:pt>
                  <c:pt idx="469">
                    <c:v>869</c:v>
                  </c:pt>
                  <c:pt idx="470">
                    <c:v>870</c:v>
                  </c:pt>
                  <c:pt idx="471">
                    <c:v>871</c:v>
                  </c:pt>
                  <c:pt idx="472">
                    <c:v>872</c:v>
                  </c:pt>
                  <c:pt idx="473">
                    <c:v>873</c:v>
                  </c:pt>
                  <c:pt idx="474">
                    <c:v>874</c:v>
                  </c:pt>
                  <c:pt idx="475">
                    <c:v>875</c:v>
                  </c:pt>
                  <c:pt idx="476">
                    <c:v>876</c:v>
                  </c:pt>
                  <c:pt idx="477">
                    <c:v>877</c:v>
                  </c:pt>
                  <c:pt idx="478">
                    <c:v>878</c:v>
                  </c:pt>
                  <c:pt idx="479">
                    <c:v>879</c:v>
                  </c:pt>
                  <c:pt idx="480">
                    <c:v>880</c:v>
                  </c:pt>
                  <c:pt idx="481">
                    <c:v>881</c:v>
                  </c:pt>
                  <c:pt idx="482">
                    <c:v>882</c:v>
                  </c:pt>
                  <c:pt idx="483">
                    <c:v>883</c:v>
                  </c:pt>
                  <c:pt idx="484">
                    <c:v>884</c:v>
                  </c:pt>
                  <c:pt idx="485">
                    <c:v>885</c:v>
                  </c:pt>
                  <c:pt idx="486">
                    <c:v>886</c:v>
                  </c:pt>
                  <c:pt idx="487">
                    <c:v>887</c:v>
                  </c:pt>
                  <c:pt idx="488">
                    <c:v>888</c:v>
                  </c:pt>
                  <c:pt idx="489">
                    <c:v>889</c:v>
                  </c:pt>
                  <c:pt idx="490">
                    <c:v>890</c:v>
                  </c:pt>
                  <c:pt idx="491">
                    <c:v>891</c:v>
                  </c:pt>
                  <c:pt idx="492">
                    <c:v>892</c:v>
                  </c:pt>
                  <c:pt idx="493">
                    <c:v>893</c:v>
                  </c:pt>
                  <c:pt idx="494">
                    <c:v>894</c:v>
                  </c:pt>
                  <c:pt idx="495">
                    <c:v>895</c:v>
                  </c:pt>
                  <c:pt idx="496">
                    <c:v>896</c:v>
                  </c:pt>
                  <c:pt idx="497">
                    <c:v>897</c:v>
                  </c:pt>
                  <c:pt idx="498">
                    <c:v>898</c:v>
                  </c:pt>
                  <c:pt idx="499">
                    <c:v>899</c:v>
                  </c:pt>
                  <c:pt idx="500">
                    <c:v>900</c:v>
                  </c:pt>
                  <c:pt idx="501">
                    <c:v>901</c:v>
                  </c:pt>
                  <c:pt idx="502">
                    <c:v>902</c:v>
                  </c:pt>
                  <c:pt idx="503">
                    <c:v>903</c:v>
                  </c:pt>
                  <c:pt idx="504">
                    <c:v>904</c:v>
                  </c:pt>
                  <c:pt idx="505">
                    <c:v>905</c:v>
                  </c:pt>
                  <c:pt idx="506">
                    <c:v>906</c:v>
                  </c:pt>
                  <c:pt idx="507">
                    <c:v>907</c:v>
                  </c:pt>
                  <c:pt idx="508">
                    <c:v>908</c:v>
                  </c:pt>
                  <c:pt idx="509">
                    <c:v>909</c:v>
                  </c:pt>
                  <c:pt idx="510">
                    <c:v>910</c:v>
                  </c:pt>
                  <c:pt idx="511">
                    <c:v>911</c:v>
                  </c:pt>
                  <c:pt idx="512">
                    <c:v>912</c:v>
                  </c:pt>
                  <c:pt idx="513">
                    <c:v>913</c:v>
                  </c:pt>
                  <c:pt idx="514">
                    <c:v>914</c:v>
                  </c:pt>
                  <c:pt idx="515">
                    <c:v>915</c:v>
                  </c:pt>
                  <c:pt idx="516">
                    <c:v>916</c:v>
                  </c:pt>
                  <c:pt idx="517">
                    <c:v>917</c:v>
                  </c:pt>
                  <c:pt idx="518">
                    <c:v>918</c:v>
                  </c:pt>
                  <c:pt idx="519">
                    <c:v>919</c:v>
                  </c:pt>
                  <c:pt idx="520">
                    <c:v>920</c:v>
                  </c:pt>
                  <c:pt idx="521">
                    <c:v>921</c:v>
                  </c:pt>
                  <c:pt idx="522">
                    <c:v>922</c:v>
                  </c:pt>
                  <c:pt idx="523">
                    <c:v>923</c:v>
                  </c:pt>
                  <c:pt idx="524">
                    <c:v>924</c:v>
                  </c:pt>
                  <c:pt idx="525">
                    <c:v>925</c:v>
                  </c:pt>
                  <c:pt idx="526">
                    <c:v>926</c:v>
                  </c:pt>
                  <c:pt idx="527">
                    <c:v>927</c:v>
                  </c:pt>
                  <c:pt idx="528">
                    <c:v>928</c:v>
                  </c:pt>
                  <c:pt idx="529">
                    <c:v>929</c:v>
                  </c:pt>
                  <c:pt idx="530">
                    <c:v>930</c:v>
                  </c:pt>
                  <c:pt idx="531">
                    <c:v>931</c:v>
                  </c:pt>
                  <c:pt idx="532">
                    <c:v>932</c:v>
                  </c:pt>
                  <c:pt idx="533">
                    <c:v>933</c:v>
                  </c:pt>
                  <c:pt idx="534">
                    <c:v>934</c:v>
                  </c:pt>
                  <c:pt idx="535">
                    <c:v>935</c:v>
                  </c:pt>
                  <c:pt idx="536">
                    <c:v>936</c:v>
                  </c:pt>
                  <c:pt idx="537">
                    <c:v>937</c:v>
                  </c:pt>
                  <c:pt idx="538">
                    <c:v>938</c:v>
                  </c:pt>
                  <c:pt idx="539">
                    <c:v>939</c:v>
                  </c:pt>
                  <c:pt idx="540">
                    <c:v>940</c:v>
                  </c:pt>
                  <c:pt idx="541">
                    <c:v>941</c:v>
                  </c:pt>
                  <c:pt idx="542">
                    <c:v>942</c:v>
                  </c:pt>
                  <c:pt idx="543">
                    <c:v>943</c:v>
                  </c:pt>
                  <c:pt idx="544">
                    <c:v>944</c:v>
                  </c:pt>
                  <c:pt idx="545">
                    <c:v>945</c:v>
                  </c:pt>
                  <c:pt idx="546">
                    <c:v>946</c:v>
                  </c:pt>
                  <c:pt idx="547">
                    <c:v>947</c:v>
                  </c:pt>
                  <c:pt idx="548">
                    <c:v>948</c:v>
                  </c:pt>
                  <c:pt idx="549">
                    <c:v>949</c:v>
                  </c:pt>
                  <c:pt idx="550">
                    <c:v>950</c:v>
                  </c:pt>
                  <c:pt idx="551">
                    <c:v>951</c:v>
                  </c:pt>
                  <c:pt idx="552">
                    <c:v>952</c:v>
                  </c:pt>
                  <c:pt idx="553">
                    <c:v>953</c:v>
                  </c:pt>
                  <c:pt idx="554">
                    <c:v>954</c:v>
                  </c:pt>
                  <c:pt idx="555">
                    <c:v>955</c:v>
                  </c:pt>
                  <c:pt idx="556">
                    <c:v>956</c:v>
                  </c:pt>
                  <c:pt idx="557">
                    <c:v>957</c:v>
                  </c:pt>
                  <c:pt idx="558">
                    <c:v>958</c:v>
                  </c:pt>
                  <c:pt idx="559">
                    <c:v>959</c:v>
                  </c:pt>
                  <c:pt idx="560">
                    <c:v>960</c:v>
                  </c:pt>
                  <c:pt idx="561">
                    <c:v>961</c:v>
                  </c:pt>
                  <c:pt idx="562">
                    <c:v>962</c:v>
                  </c:pt>
                  <c:pt idx="563">
                    <c:v>963</c:v>
                  </c:pt>
                  <c:pt idx="564">
                    <c:v>964</c:v>
                  </c:pt>
                  <c:pt idx="565">
                    <c:v>965</c:v>
                  </c:pt>
                  <c:pt idx="566">
                    <c:v>966</c:v>
                  </c:pt>
                  <c:pt idx="567">
                    <c:v>967</c:v>
                  </c:pt>
                  <c:pt idx="568">
                    <c:v>968</c:v>
                  </c:pt>
                  <c:pt idx="569">
                    <c:v>969</c:v>
                  </c:pt>
                  <c:pt idx="570">
                    <c:v>970</c:v>
                  </c:pt>
                  <c:pt idx="571">
                    <c:v>971</c:v>
                  </c:pt>
                  <c:pt idx="572">
                    <c:v>972</c:v>
                  </c:pt>
                  <c:pt idx="573">
                    <c:v>973</c:v>
                  </c:pt>
                  <c:pt idx="574">
                    <c:v>974</c:v>
                  </c:pt>
                  <c:pt idx="575">
                    <c:v>975</c:v>
                  </c:pt>
                  <c:pt idx="576">
                    <c:v>976</c:v>
                  </c:pt>
                  <c:pt idx="577">
                    <c:v>977</c:v>
                  </c:pt>
                  <c:pt idx="578">
                    <c:v>978</c:v>
                  </c:pt>
                  <c:pt idx="579">
                    <c:v>979</c:v>
                  </c:pt>
                  <c:pt idx="580">
                    <c:v>980</c:v>
                  </c:pt>
                  <c:pt idx="581">
                    <c:v>981</c:v>
                  </c:pt>
                  <c:pt idx="582">
                    <c:v>982</c:v>
                  </c:pt>
                  <c:pt idx="583">
                    <c:v>983</c:v>
                  </c:pt>
                  <c:pt idx="584">
                    <c:v>984</c:v>
                  </c:pt>
                  <c:pt idx="585">
                    <c:v>985</c:v>
                  </c:pt>
                  <c:pt idx="586">
                    <c:v>986</c:v>
                  </c:pt>
                  <c:pt idx="587">
                    <c:v>987</c:v>
                  </c:pt>
                  <c:pt idx="588">
                    <c:v>988</c:v>
                  </c:pt>
                  <c:pt idx="589">
                    <c:v>989</c:v>
                  </c:pt>
                  <c:pt idx="590">
                    <c:v>990</c:v>
                  </c:pt>
                  <c:pt idx="591">
                    <c:v>991</c:v>
                  </c:pt>
                  <c:pt idx="592">
                    <c:v>992</c:v>
                  </c:pt>
                  <c:pt idx="593">
                    <c:v>993</c:v>
                  </c:pt>
                  <c:pt idx="594">
                    <c:v>994</c:v>
                  </c:pt>
                  <c:pt idx="595">
                    <c:v>995</c:v>
                  </c:pt>
                  <c:pt idx="596">
                    <c:v>996</c:v>
                  </c:pt>
                  <c:pt idx="597">
                    <c:v>997</c:v>
                  </c:pt>
                  <c:pt idx="598">
                    <c:v>998</c:v>
                  </c:pt>
                  <c:pt idx="599">
                    <c:v>999</c:v>
                  </c:pt>
                  <c:pt idx="600">
                    <c:v>1000</c:v>
                  </c:pt>
                  <c:pt idx="601">
                    <c:v>1001</c:v>
                  </c:pt>
                  <c:pt idx="602">
                    <c:v>1002</c:v>
                  </c:pt>
                  <c:pt idx="603">
                    <c:v>1003</c:v>
                  </c:pt>
                  <c:pt idx="604">
                    <c:v>1004</c:v>
                  </c:pt>
                  <c:pt idx="605">
                    <c:v>1005</c:v>
                  </c:pt>
                  <c:pt idx="606">
                    <c:v>1006</c:v>
                  </c:pt>
                  <c:pt idx="607">
                    <c:v>1007</c:v>
                  </c:pt>
                  <c:pt idx="608">
                    <c:v>1008</c:v>
                  </c:pt>
                  <c:pt idx="609">
                    <c:v>1009</c:v>
                  </c:pt>
                  <c:pt idx="610">
                    <c:v>1010</c:v>
                  </c:pt>
                  <c:pt idx="611">
                    <c:v>1011</c:v>
                  </c:pt>
                  <c:pt idx="612">
                    <c:v>1012</c:v>
                  </c:pt>
                  <c:pt idx="613">
                    <c:v>1013</c:v>
                  </c:pt>
                  <c:pt idx="614">
                    <c:v>1014</c:v>
                  </c:pt>
                  <c:pt idx="615">
                    <c:v>1015</c:v>
                  </c:pt>
                  <c:pt idx="616">
                    <c:v>1016</c:v>
                  </c:pt>
                  <c:pt idx="617">
                    <c:v>1017</c:v>
                  </c:pt>
                  <c:pt idx="618">
                    <c:v>1018</c:v>
                  </c:pt>
                  <c:pt idx="619">
                    <c:v>1019</c:v>
                  </c:pt>
                  <c:pt idx="620">
                    <c:v>1020</c:v>
                  </c:pt>
                  <c:pt idx="621">
                    <c:v>1021</c:v>
                  </c:pt>
                  <c:pt idx="622">
                    <c:v>1022</c:v>
                  </c:pt>
                  <c:pt idx="623">
                    <c:v>1023</c:v>
                  </c:pt>
                  <c:pt idx="624">
                    <c:v>1024</c:v>
                  </c:pt>
                  <c:pt idx="625">
                    <c:v>1025</c:v>
                  </c:pt>
                  <c:pt idx="626">
                    <c:v>1026</c:v>
                  </c:pt>
                  <c:pt idx="627">
                    <c:v>1027</c:v>
                  </c:pt>
                  <c:pt idx="628">
                    <c:v>1028</c:v>
                  </c:pt>
                  <c:pt idx="629">
                    <c:v>1029</c:v>
                  </c:pt>
                  <c:pt idx="630">
                    <c:v>1030</c:v>
                  </c:pt>
                  <c:pt idx="631">
                    <c:v>1031</c:v>
                  </c:pt>
                  <c:pt idx="632">
                    <c:v>1032</c:v>
                  </c:pt>
                  <c:pt idx="633">
                    <c:v>1033</c:v>
                  </c:pt>
                  <c:pt idx="634">
                    <c:v>1034</c:v>
                  </c:pt>
                  <c:pt idx="635">
                    <c:v>1035</c:v>
                  </c:pt>
                  <c:pt idx="636">
                    <c:v>1036</c:v>
                  </c:pt>
                  <c:pt idx="637">
                    <c:v>1037</c:v>
                  </c:pt>
                  <c:pt idx="638">
                    <c:v>1038</c:v>
                  </c:pt>
                  <c:pt idx="639">
                    <c:v>1039</c:v>
                  </c:pt>
                  <c:pt idx="640">
                    <c:v>1040</c:v>
                  </c:pt>
                  <c:pt idx="641">
                    <c:v>1041</c:v>
                  </c:pt>
                  <c:pt idx="642">
                    <c:v>1042</c:v>
                  </c:pt>
                  <c:pt idx="643">
                    <c:v>1043</c:v>
                  </c:pt>
                  <c:pt idx="644">
                    <c:v>1044</c:v>
                  </c:pt>
                  <c:pt idx="645">
                    <c:v>1045</c:v>
                  </c:pt>
                  <c:pt idx="646">
                    <c:v>1046</c:v>
                  </c:pt>
                  <c:pt idx="647">
                    <c:v>1047</c:v>
                  </c:pt>
                  <c:pt idx="648">
                    <c:v>1048</c:v>
                  </c:pt>
                  <c:pt idx="649">
                    <c:v>1049</c:v>
                  </c:pt>
                  <c:pt idx="650">
                    <c:v>1050</c:v>
                  </c:pt>
                  <c:pt idx="651">
                    <c:v>1051</c:v>
                  </c:pt>
                  <c:pt idx="652">
                    <c:v>1052</c:v>
                  </c:pt>
                  <c:pt idx="653">
                    <c:v>1053</c:v>
                  </c:pt>
                  <c:pt idx="654">
                    <c:v>1054</c:v>
                  </c:pt>
                  <c:pt idx="655">
                    <c:v>1055</c:v>
                  </c:pt>
                  <c:pt idx="656">
                    <c:v>1056</c:v>
                  </c:pt>
                  <c:pt idx="657">
                    <c:v>1057</c:v>
                  </c:pt>
                  <c:pt idx="658">
                    <c:v>1058</c:v>
                  </c:pt>
                  <c:pt idx="659">
                    <c:v>1059</c:v>
                  </c:pt>
                  <c:pt idx="660">
                    <c:v>1060</c:v>
                  </c:pt>
                  <c:pt idx="661">
                    <c:v>1061</c:v>
                  </c:pt>
                  <c:pt idx="662">
                    <c:v>1062</c:v>
                  </c:pt>
                  <c:pt idx="663">
                    <c:v>1063</c:v>
                  </c:pt>
                  <c:pt idx="664">
                    <c:v>1064</c:v>
                  </c:pt>
                  <c:pt idx="665">
                    <c:v>1065</c:v>
                  </c:pt>
                  <c:pt idx="666">
                    <c:v>1066</c:v>
                  </c:pt>
                  <c:pt idx="667">
                    <c:v>1067</c:v>
                  </c:pt>
                  <c:pt idx="668">
                    <c:v>1068</c:v>
                  </c:pt>
                  <c:pt idx="669">
                    <c:v>1069</c:v>
                  </c:pt>
                  <c:pt idx="670">
                    <c:v>1070</c:v>
                  </c:pt>
                  <c:pt idx="671">
                    <c:v>1071</c:v>
                  </c:pt>
                  <c:pt idx="672">
                    <c:v>1072</c:v>
                  </c:pt>
                  <c:pt idx="673">
                    <c:v>1073</c:v>
                  </c:pt>
                  <c:pt idx="674">
                    <c:v>1074</c:v>
                  </c:pt>
                  <c:pt idx="675">
                    <c:v>1075</c:v>
                  </c:pt>
                  <c:pt idx="676">
                    <c:v>1076</c:v>
                  </c:pt>
                  <c:pt idx="677">
                    <c:v>1077</c:v>
                  </c:pt>
                  <c:pt idx="678">
                    <c:v>1078</c:v>
                  </c:pt>
                  <c:pt idx="679">
                    <c:v>1079</c:v>
                  </c:pt>
                  <c:pt idx="680">
                    <c:v>1080</c:v>
                  </c:pt>
                  <c:pt idx="681">
                    <c:v>1081</c:v>
                  </c:pt>
                  <c:pt idx="682">
                    <c:v>1082</c:v>
                  </c:pt>
                  <c:pt idx="683">
                    <c:v>1083</c:v>
                  </c:pt>
                  <c:pt idx="684">
                    <c:v>1084</c:v>
                  </c:pt>
                  <c:pt idx="685">
                    <c:v>1085</c:v>
                  </c:pt>
                  <c:pt idx="686">
                    <c:v>1086</c:v>
                  </c:pt>
                  <c:pt idx="687">
                    <c:v>1087</c:v>
                  </c:pt>
                  <c:pt idx="688">
                    <c:v>1088</c:v>
                  </c:pt>
                  <c:pt idx="689">
                    <c:v>1089</c:v>
                  </c:pt>
                  <c:pt idx="690">
                    <c:v>1090</c:v>
                  </c:pt>
                  <c:pt idx="691">
                    <c:v>1091</c:v>
                  </c:pt>
                  <c:pt idx="692">
                    <c:v>1092</c:v>
                  </c:pt>
                  <c:pt idx="693">
                    <c:v>1093</c:v>
                  </c:pt>
                  <c:pt idx="694">
                    <c:v>1094</c:v>
                  </c:pt>
                  <c:pt idx="695">
                    <c:v>1095</c:v>
                  </c:pt>
                  <c:pt idx="696">
                    <c:v>1096</c:v>
                  </c:pt>
                  <c:pt idx="697">
                    <c:v>1097</c:v>
                  </c:pt>
                  <c:pt idx="698">
                    <c:v>1098</c:v>
                  </c:pt>
                  <c:pt idx="699">
                    <c:v>1099</c:v>
                  </c:pt>
                  <c:pt idx="700">
                    <c:v>1100</c:v>
                  </c:pt>
                </c:lvl>
              </c:multiLvlStrCache>
            </c:multiLvlStrRef>
          </c:cat>
          <c:val>
            <c:numRef>
              <c:f>Sheet1!$B$2:$B$702</c:f>
              <c:numCache>
                <c:formatCode>General</c:formatCode>
                <c:ptCount val="70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  <c:pt idx="99">
                  <c:v>0</c:v>
                </c:pt>
                <c:pt idx="100">
                  <c:v>0</c:v>
                </c:pt>
                <c:pt idx="101">
                  <c:v>0</c:v>
                </c:pt>
                <c:pt idx="102">
                  <c:v>0</c:v>
                </c:pt>
                <c:pt idx="103">
                  <c:v>0</c:v>
                </c:pt>
                <c:pt idx="104">
                  <c:v>0</c:v>
                </c:pt>
                <c:pt idx="105">
                  <c:v>0</c:v>
                </c:pt>
                <c:pt idx="106">
                  <c:v>0</c:v>
                </c:pt>
                <c:pt idx="107">
                  <c:v>0</c:v>
                </c:pt>
                <c:pt idx="108">
                  <c:v>0</c:v>
                </c:pt>
                <c:pt idx="109">
                  <c:v>0</c:v>
                </c:pt>
                <c:pt idx="110">
                  <c:v>0</c:v>
                </c:pt>
                <c:pt idx="111">
                  <c:v>0</c:v>
                </c:pt>
                <c:pt idx="112">
                  <c:v>0</c:v>
                </c:pt>
                <c:pt idx="113">
                  <c:v>0</c:v>
                </c:pt>
                <c:pt idx="114">
                  <c:v>0</c:v>
                </c:pt>
                <c:pt idx="115">
                  <c:v>0</c:v>
                </c:pt>
                <c:pt idx="116">
                  <c:v>0</c:v>
                </c:pt>
                <c:pt idx="117">
                  <c:v>0</c:v>
                </c:pt>
                <c:pt idx="118">
                  <c:v>0</c:v>
                </c:pt>
                <c:pt idx="119">
                  <c:v>0</c:v>
                </c:pt>
                <c:pt idx="120">
                  <c:v>0</c:v>
                </c:pt>
                <c:pt idx="121">
                  <c:v>0</c:v>
                </c:pt>
                <c:pt idx="122">
                  <c:v>0</c:v>
                </c:pt>
                <c:pt idx="123">
                  <c:v>0</c:v>
                </c:pt>
                <c:pt idx="124">
                  <c:v>0</c:v>
                </c:pt>
                <c:pt idx="125">
                  <c:v>0</c:v>
                </c:pt>
                <c:pt idx="126">
                  <c:v>0</c:v>
                </c:pt>
                <c:pt idx="127">
                  <c:v>0</c:v>
                </c:pt>
                <c:pt idx="128">
                  <c:v>0</c:v>
                </c:pt>
                <c:pt idx="129">
                  <c:v>0</c:v>
                </c:pt>
                <c:pt idx="130">
                  <c:v>0</c:v>
                </c:pt>
                <c:pt idx="131">
                  <c:v>0</c:v>
                </c:pt>
                <c:pt idx="132">
                  <c:v>0</c:v>
                </c:pt>
                <c:pt idx="133">
                  <c:v>0</c:v>
                </c:pt>
                <c:pt idx="134">
                  <c:v>0</c:v>
                </c:pt>
                <c:pt idx="135">
                  <c:v>0</c:v>
                </c:pt>
                <c:pt idx="136">
                  <c:v>0</c:v>
                </c:pt>
                <c:pt idx="137">
                  <c:v>0</c:v>
                </c:pt>
                <c:pt idx="138">
                  <c:v>0</c:v>
                </c:pt>
                <c:pt idx="139">
                  <c:v>0</c:v>
                </c:pt>
                <c:pt idx="140">
                  <c:v>0</c:v>
                </c:pt>
                <c:pt idx="141">
                  <c:v>0</c:v>
                </c:pt>
                <c:pt idx="142">
                  <c:v>0</c:v>
                </c:pt>
                <c:pt idx="143">
                  <c:v>0</c:v>
                </c:pt>
                <c:pt idx="144">
                  <c:v>0</c:v>
                </c:pt>
                <c:pt idx="145">
                  <c:v>0</c:v>
                </c:pt>
                <c:pt idx="146">
                  <c:v>0</c:v>
                </c:pt>
                <c:pt idx="147">
                  <c:v>0</c:v>
                </c:pt>
                <c:pt idx="148">
                  <c:v>0</c:v>
                </c:pt>
                <c:pt idx="149">
                  <c:v>0</c:v>
                </c:pt>
                <c:pt idx="150">
                  <c:v>0</c:v>
                </c:pt>
                <c:pt idx="151">
                  <c:v>0</c:v>
                </c:pt>
                <c:pt idx="152">
                  <c:v>0</c:v>
                </c:pt>
                <c:pt idx="153">
                  <c:v>0</c:v>
                </c:pt>
                <c:pt idx="154">
                  <c:v>0</c:v>
                </c:pt>
                <c:pt idx="155">
                  <c:v>0</c:v>
                </c:pt>
                <c:pt idx="156">
                  <c:v>0</c:v>
                </c:pt>
                <c:pt idx="157">
                  <c:v>0</c:v>
                </c:pt>
                <c:pt idx="158">
                  <c:v>0</c:v>
                </c:pt>
                <c:pt idx="159">
                  <c:v>0</c:v>
                </c:pt>
                <c:pt idx="160">
                  <c:v>0</c:v>
                </c:pt>
                <c:pt idx="161">
                  <c:v>0</c:v>
                </c:pt>
                <c:pt idx="162">
                  <c:v>0</c:v>
                </c:pt>
                <c:pt idx="163">
                  <c:v>0</c:v>
                </c:pt>
                <c:pt idx="164">
                  <c:v>0</c:v>
                </c:pt>
                <c:pt idx="165">
                  <c:v>0</c:v>
                </c:pt>
                <c:pt idx="166">
                  <c:v>0</c:v>
                </c:pt>
                <c:pt idx="167">
                  <c:v>0</c:v>
                </c:pt>
                <c:pt idx="168">
                  <c:v>0</c:v>
                </c:pt>
                <c:pt idx="169">
                  <c:v>0</c:v>
                </c:pt>
                <c:pt idx="170">
                  <c:v>0</c:v>
                </c:pt>
                <c:pt idx="171">
                  <c:v>0</c:v>
                </c:pt>
                <c:pt idx="172">
                  <c:v>0</c:v>
                </c:pt>
                <c:pt idx="173">
                  <c:v>0</c:v>
                </c:pt>
                <c:pt idx="174">
                  <c:v>0</c:v>
                </c:pt>
                <c:pt idx="175">
                  <c:v>0</c:v>
                </c:pt>
                <c:pt idx="176">
                  <c:v>0</c:v>
                </c:pt>
                <c:pt idx="177">
                  <c:v>0</c:v>
                </c:pt>
                <c:pt idx="178">
                  <c:v>0</c:v>
                </c:pt>
                <c:pt idx="179">
                  <c:v>0</c:v>
                </c:pt>
                <c:pt idx="180">
                  <c:v>0</c:v>
                </c:pt>
                <c:pt idx="181">
                  <c:v>0</c:v>
                </c:pt>
                <c:pt idx="182">
                  <c:v>0</c:v>
                </c:pt>
                <c:pt idx="183">
                  <c:v>0</c:v>
                </c:pt>
                <c:pt idx="184">
                  <c:v>0</c:v>
                </c:pt>
                <c:pt idx="185">
                  <c:v>0</c:v>
                </c:pt>
                <c:pt idx="186">
                  <c:v>0</c:v>
                </c:pt>
                <c:pt idx="187">
                  <c:v>0</c:v>
                </c:pt>
                <c:pt idx="188">
                  <c:v>0</c:v>
                </c:pt>
                <c:pt idx="189">
                  <c:v>0</c:v>
                </c:pt>
                <c:pt idx="190">
                  <c:v>0</c:v>
                </c:pt>
                <c:pt idx="191">
                  <c:v>0</c:v>
                </c:pt>
                <c:pt idx="192">
                  <c:v>0</c:v>
                </c:pt>
                <c:pt idx="193">
                  <c:v>0</c:v>
                </c:pt>
                <c:pt idx="194">
                  <c:v>0</c:v>
                </c:pt>
                <c:pt idx="195">
                  <c:v>0</c:v>
                </c:pt>
                <c:pt idx="196">
                  <c:v>0</c:v>
                </c:pt>
                <c:pt idx="197">
                  <c:v>0</c:v>
                </c:pt>
                <c:pt idx="198">
                  <c:v>0</c:v>
                </c:pt>
                <c:pt idx="199">
                  <c:v>0</c:v>
                </c:pt>
                <c:pt idx="200">
                  <c:v>0</c:v>
                </c:pt>
                <c:pt idx="201">
                  <c:v>0</c:v>
                </c:pt>
                <c:pt idx="202">
                  <c:v>0</c:v>
                </c:pt>
                <c:pt idx="203">
                  <c:v>0</c:v>
                </c:pt>
                <c:pt idx="204">
                  <c:v>0</c:v>
                </c:pt>
                <c:pt idx="205">
                  <c:v>0</c:v>
                </c:pt>
                <c:pt idx="206">
                  <c:v>0</c:v>
                </c:pt>
                <c:pt idx="207">
                  <c:v>0</c:v>
                </c:pt>
                <c:pt idx="208">
                  <c:v>0</c:v>
                </c:pt>
                <c:pt idx="209">
                  <c:v>0</c:v>
                </c:pt>
                <c:pt idx="210">
                  <c:v>0</c:v>
                </c:pt>
                <c:pt idx="211">
                  <c:v>0</c:v>
                </c:pt>
                <c:pt idx="212">
                  <c:v>0</c:v>
                </c:pt>
                <c:pt idx="213">
                  <c:v>0</c:v>
                </c:pt>
                <c:pt idx="214">
                  <c:v>0</c:v>
                </c:pt>
                <c:pt idx="215">
                  <c:v>0</c:v>
                </c:pt>
                <c:pt idx="216">
                  <c:v>0</c:v>
                </c:pt>
                <c:pt idx="217">
                  <c:v>0</c:v>
                </c:pt>
                <c:pt idx="218">
                  <c:v>0</c:v>
                </c:pt>
                <c:pt idx="219">
                  <c:v>0</c:v>
                </c:pt>
                <c:pt idx="220">
                  <c:v>0</c:v>
                </c:pt>
                <c:pt idx="221">
                  <c:v>0</c:v>
                </c:pt>
                <c:pt idx="222">
                  <c:v>0</c:v>
                </c:pt>
                <c:pt idx="223">
                  <c:v>0</c:v>
                </c:pt>
                <c:pt idx="224">
                  <c:v>0</c:v>
                </c:pt>
                <c:pt idx="225">
                  <c:v>0</c:v>
                </c:pt>
                <c:pt idx="226">
                  <c:v>0</c:v>
                </c:pt>
                <c:pt idx="227">
                  <c:v>0</c:v>
                </c:pt>
                <c:pt idx="228">
                  <c:v>0</c:v>
                </c:pt>
                <c:pt idx="229">
                  <c:v>0</c:v>
                </c:pt>
                <c:pt idx="230">
                  <c:v>0</c:v>
                </c:pt>
                <c:pt idx="231">
                  <c:v>0</c:v>
                </c:pt>
                <c:pt idx="232">
                  <c:v>0</c:v>
                </c:pt>
                <c:pt idx="233">
                  <c:v>0</c:v>
                </c:pt>
                <c:pt idx="234">
                  <c:v>0</c:v>
                </c:pt>
                <c:pt idx="235">
                  <c:v>0</c:v>
                </c:pt>
                <c:pt idx="236">
                  <c:v>0</c:v>
                </c:pt>
                <c:pt idx="237">
                  <c:v>0</c:v>
                </c:pt>
                <c:pt idx="238">
                  <c:v>0</c:v>
                </c:pt>
                <c:pt idx="239">
                  <c:v>0</c:v>
                </c:pt>
                <c:pt idx="240">
                  <c:v>0</c:v>
                </c:pt>
                <c:pt idx="241">
                  <c:v>0</c:v>
                </c:pt>
                <c:pt idx="242">
                  <c:v>0</c:v>
                </c:pt>
                <c:pt idx="243">
                  <c:v>0</c:v>
                </c:pt>
                <c:pt idx="244">
                  <c:v>0</c:v>
                </c:pt>
                <c:pt idx="245">
                  <c:v>0</c:v>
                </c:pt>
                <c:pt idx="246">
                  <c:v>0</c:v>
                </c:pt>
                <c:pt idx="247">
                  <c:v>0</c:v>
                </c:pt>
                <c:pt idx="248">
                  <c:v>0</c:v>
                </c:pt>
                <c:pt idx="249">
                  <c:v>0</c:v>
                </c:pt>
                <c:pt idx="250">
                  <c:v>0</c:v>
                </c:pt>
                <c:pt idx="251">
                  <c:v>0</c:v>
                </c:pt>
                <c:pt idx="252">
                  <c:v>0</c:v>
                </c:pt>
                <c:pt idx="253">
                  <c:v>0</c:v>
                </c:pt>
                <c:pt idx="254">
                  <c:v>0</c:v>
                </c:pt>
                <c:pt idx="255">
                  <c:v>0</c:v>
                </c:pt>
                <c:pt idx="256">
                  <c:v>0</c:v>
                </c:pt>
                <c:pt idx="257">
                  <c:v>0</c:v>
                </c:pt>
                <c:pt idx="258">
                  <c:v>0</c:v>
                </c:pt>
                <c:pt idx="259">
                  <c:v>0</c:v>
                </c:pt>
                <c:pt idx="260">
                  <c:v>0</c:v>
                </c:pt>
                <c:pt idx="261">
                  <c:v>0</c:v>
                </c:pt>
                <c:pt idx="262">
                  <c:v>0</c:v>
                </c:pt>
                <c:pt idx="263">
                  <c:v>0</c:v>
                </c:pt>
                <c:pt idx="264">
                  <c:v>0</c:v>
                </c:pt>
                <c:pt idx="265">
                  <c:v>0</c:v>
                </c:pt>
                <c:pt idx="266">
                  <c:v>0</c:v>
                </c:pt>
                <c:pt idx="267">
                  <c:v>0</c:v>
                </c:pt>
                <c:pt idx="268">
                  <c:v>0</c:v>
                </c:pt>
                <c:pt idx="269">
                  <c:v>0</c:v>
                </c:pt>
                <c:pt idx="270">
                  <c:v>0</c:v>
                </c:pt>
                <c:pt idx="271">
                  <c:v>0</c:v>
                </c:pt>
                <c:pt idx="272">
                  <c:v>0</c:v>
                </c:pt>
                <c:pt idx="273">
                  <c:v>0</c:v>
                </c:pt>
                <c:pt idx="274">
                  <c:v>0</c:v>
                </c:pt>
                <c:pt idx="275">
                  <c:v>0</c:v>
                </c:pt>
                <c:pt idx="276">
                  <c:v>0</c:v>
                </c:pt>
                <c:pt idx="277">
                  <c:v>0</c:v>
                </c:pt>
                <c:pt idx="278">
                  <c:v>0</c:v>
                </c:pt>
                <c:pt idx="279">
                  <c:v>0</c:v>
                </c:pt>
                <c:pt idx="280">
                  <c:v>0</c:v>
                </c:pt>
                <c:pt idx="281">
                  <c:v>0</c:v>
                </c:pt>
                <c:pt idx="282">
                  <c:v>0</c:v>
                </c:pt>
                <c:pt idx="283">
                  <c:v>0</c:v>
                </c:pt>
                <c:pt idx="284">
                  <c:v>0</c:v>
                </c:pt>
                <c:pt idx="285">
                  <c:v>0</c:v>
                </c:pt>
                <c:pt idx="286">
                  <c:v>0</c:v>
                </c:pt>
                <c:pt idx="287">
                  <c:v>0</c:v>
                </c:pt>
                <c:pt idx="288">
                  <c:v>0</c:v>
                </c:pt>
                <c:pt idx="289">
                  <c:v>0</c:v>
                </c:pt>
                <c:pt idx="290">
                  <c:v>0</c:v>
                </c:pt>
                <c:pt idx="291">
                  <c:v>0</c:v>
                </c:pt>
                <c:pt idx="292">
                  <c:v>0</c:v>
                </c:pt>
                <c:pt idx="293">
                  <c:v>0</c:v>
                </c:pt>
                <c:pt idx="294">
                  <c:v>0</c:v>
                </c:pt>
                <c:pt idx="295">
                  <c:v>0</c:v>
                </c:pt>
                <c:pt idx="296">
                  <c:v>0</c:v>
                </c:pt>
                <c:pt idx="297">
                  <c:v>0</c:v>
                </c:pt>
                <c:pt idx="298">
                  <c:v>0</c:v>
                </c:pt>
                <c:pt idx="299">
                  <c:v>0</c:v>
                </c:pt>
                <c:pt idx="300">
                  <c:v>0</c:v>
                </c:pt>
                <c:pt idx="301">
                  <c:v>0</c:v>
                </c:pt>
                <c:pt idx="302">
                  <c:v>0</c:v>
                </c:pt>
                <c:pt idx="303">
                  <c:v>0</c:v>
                </c:pt>
                <c:pt idx="304">
                  <c:v>0</c:v>
                </c:pt>
                <c:pt idx="305">
                  <c:v>0</c:v>
                </c:pt>
                <c:pt idx="306">
                  <c:v>0</c:v>
                </c:pt>
                <c:pt idx="307">
                  <c:v>0</c:v>
                </c:pt>
                <c:pt idx="308">
                  <c:v>0</c:v>
                </c:pt>
                <c:pt idx="309">
                  <c:v>0</c:v>
                </c:pt>
                <c:pt idx="310">
                  <c:v>0</c:v>
                </c:pt>
                <c:pt idx="311">
                  <c:v>0</c:v>
                </c:pt>
                <c:pt idx="312">
                  <c:v>0</c:v>
                </c:pt>
                <c:pt idx="313">
                  <c:v>0</c:v>
                </c:pt>
                <c:pt idx="314">
                  <c:v>0</c:v>
                </c:pt>
                <c:pt idx="315">
                  <c:v>0</c:v>
                </c:pt>
                <c:pt idx="316">
                  <c:v>0</c:v>
                </c:pt>
                <c:pt idx="317">
                  <c:v>0</c:v>
                </c:pt>
                <c:pt idx="318">
                  <c:v>0</c:v>
                </c:pt>
                <c:pt idx="319">
                  <c:v>0</c:v>
                </c:pt>
                <c:pt idx="320">
                  <c:v>0</c:v>
                </c:pt>
                <c:pt idx="321">
                  <c:v>0</c:v>
                </c:pt>
                <c:pt idx="322">
                  <c:v>0</c:v>
                </c:pt>
                <c:pt idx="323">
                  <c:v>0</c:v>
                </c:pt>
                <c:pt idx="324">
                  <c:v>0</c:v>
                </c:pt>
                <c:pt idx="325">
                  <c:v>0</c:v>
                </c:pt>
                <c:pt idx="326">
                  <c:v>0</c:v>
                </c:pt>
                <c:pt idx="327">
                  <c:v>0</c:v>
                </c:pt>
                <c:pt idx="328">
                  <c:v>0</c:v>
                </c:pt>
                <c:pt idx="329">
                  <c:v>0</c:v>
                </c:pt>
                <c:pt idx="330">
                  <c:v>0</c:v>
                </c:pt>
                <c:pt idx="331">
                  <c:v>0</c:v>
                </c:pt>
                <c:pt idx="332">
                  <c:v>0</c:v>
                </c:pt>
                <c:pt idx="333">
                  <c:v>0</c:v>
                </c:pt>
                <c:pt idx="334">
                  <c:v>0</c:v>
                </c:pt>
                <c:pt idx="335">
                  <c:v>0</c:v>
                </c:pt>
                <c:pt idx="336">
                  <c:v>0</c:v>
                </c:pt>
                <c:pt idx="337">
                  <c:v>0</c:v>
                </c:pt>
                <c:pt idx="338">
                  <c:v>0</c:v>
                </c:pt>
                <c:pt idx="339">
                  <c:v>0</c:v>
                </c:pt>
                <c:pt idx="340">
                  <c:v>0</c:v>
                </c:pt>
                <c:pt idx="341">
                  <c:v>0</c:v>
                </c:pt>
                <c:pt idx="342">
                  <c:v>0</c:v>
                </c:pt>
                <c:pt idx="343">
                  <c:v>0</c:v>
                </c:pt>
                <c:pt idx="344">
                  <c:v>0</c:v>
                </c:pt>
                <c:pt idx="345">
                  <c:v>0</c:v>
                </c:pt>
                <c:pt idx="346">
                  <c:v>0</c:v>
                </c:pt>
                <c:pt idx="347">
                  <c:v>0</c:v>
                </c:pt>
                <c:pt idx="348">
                  <c:v>0</c:v>
                </c:pt>
                <c:pt idx="349">
                  <c:v>0</c:v>
                </c:pt>
                <c:pt idx="350">
                  <c:v>0</c:v>
                </c:pt>
                <c:pt idx="351">
                  <c:v>0</c:v>
                </c:pt>
                <c:pt idx="352">
                  <c:v>0</c:v>
                </c:pt>
                <c:pt idx="353">
                  <c:v>0</c:v>
                </c:pt>
                <c:pt idx="354">
                  <c:v>0</c:v>
                </c:pt>
                <c:pt idx="355">
                  <c:v>0</c:v>
                </c:pt>
                <c:pt idx="356">
                  <c:v>0</c:v>
                </c:pt>
                <c:pt idx="357">
                  <c:v>0</c:v>
                </c:pt>
                <c:pt idx="358">
                  <c:v>0</c:v>
                </c:pt>
                <c:pt idx="359">
                  <c:v>0</c:v>
                </c:pt>
                <c:pt idx="360">
                  <c:v>0</c:v>
                </c:pt>
                <c:pt idx="361">
                  <c:v>0</c:v>
                </c:pt>
                <c:pt idx="362">
                  <c:v>0</c:v>
                </c:pt>
                <c:pt idx="363">
                  <c:v>0</c:v>
                </c:pt>
                <c:pt idx="364">
                  <c:v>0</c:v>
                </c:pt>
                <c:pt idx="365">
                  <c:v>0</c:v>
                </c:pt>
                <c:pt idx="366">
                  <c:v>0</c:v>
                </c:pt>
                <c:pt idx="367">
                  <c:v>0</c:v>
                </c:pt>
                <c:pt idx="368">
                  <c:v>0</c:v>
                </c:pt>
                <c:pt idx="369">
                  <c:v>0</c:v>
                </c:pt>
                <c:pt idx="370">
                  <c:v>0</c:v>
                </c:pt>
                <c:pt idx="371">
                  <c:v>0</c:v>
                </c:pt>
                <c:pt idx="372">
                  <c:v>0</c:v>
                </c:pt>
                <c:pt idx="373">
                  <c:v>0</c:v>
                </c:pt>
                <c:pt idx="374">
                  <c:v>0</c:v>
                </c:pt>
                <c:pt idx="375">
                  <c:v>0</c:v>
                </c:pt>
                <c:pt idx="376">
                  <c:v>0</c:v>
                </c:pt>
                <c:pt idx="377">
                  <c:v>0</c:v>
                </c:pt>
                <c:pt idx="378">
                  <c:v>0</c:v>
                </c:pt>
                <c:pt idx="379">
                  <c:v>0</c:v>
                </c:pt>
                <c:pt idx="380">
                  <c:v>0</c:v>
                </c:pt>
                <c:pt idx="381">
                  <c:v>0</c:v>
                </c:pt>
                <c:pt idx="382">
                  <c:v>0</c:v>
                </c:pt>
                <c:pt idx="383">
                  <c:v>0</c:v>
                </c:pt>
                <c:pt idx="384">
                  <c:v>0</c:v>
                </c:pt>
                <c:pt idx="385">
                  <c:v>0</c:v>
                </c:pt>
                <c:pt idx="386">
                  <c:v>0</c:v>
                </c:pt>
                <c:pt idx="387">
                  <c:v>0</c:v>
                </c:pt>
                <c:pt idx="388">
                  <c:v>0</c:v>
                </c:pt>
                <c:pt idx="389">
                  <c:v>0</c:v>
                </c:pt>
                <c:pt idx="390">
                  <c:v>0</c:v>
                </c:pt>
                <c:pt idx="391">
                  <c:v>0</c:v>
                </c:pt>
                <c:pt idx="392">
                  <c:v>0</c:v>
                </c:pt>
                <c:pt idx="393">
                  <c:v>0</c:v>
                </c:pt>
                <c:pt idx="394">
                  <c:v>0</c:v>
                </c:pt>
                <c:pt idx="395">
                  <c:v>0</c:v>
                </c:pt>
                <c:pt idx="396">
                  <c:v>0</c:v>
                </c:pt>
                <c:pt idx="397">
                  <c:v>0</c:v>
                </c:pt>
                <c:pt idx="398">
                  <c:v>0</c:v>
                </c:pt>
                <c:pt idx="399">
                  <c:v>0</c:v>
                </c:pt>
                <c:pt idx="400">
                  <c:v>0</c:v>
                </c:pt>
                <c:pt idx="401">
                  <c:v>0</c:v>
                </c:pt>
                <c:pt idx="402">
                  <c:v>0</c:v>
                </c:pt>
                <c:pt idx="403">
                  <c:v>0</c:v>
                </c:pt>
                <c:pt idx="404">
                  <c:v>0</c:v>
                </c:pt>
                <c:pt idx="405">
                  <c:v>0</c:v>
                </c:pt>
                <c:pt idx="406">
                  <c:v>0</c:v>
                </c:pt>
                <c:pt idx="407">
                  <c:v>0</c:v>
                </c:pt>
                <c:pt idx="408">
                  <c:v>0</c:v>
                </c:pt>
                <c:pt idx="409">
                  <c:v>0</c:v>
                </c:pt>
                <c:pt idx="410">
                  <c:v>0</c:v>
                </c:pt>
                <c:pt idx="411">
                  <c:v>0</c:v>
                </c:pt>
                <c:pt idx="412">
                  <c:v>0</c:v>
                </c:pt>
                <c:pt idx="413">
                  <c:v>0</c:v>
                </c:pt>
                <c:pt idx="414">
                  <c:v>0</c:v>
                </c:pt>
                <c:pt idx="415">
                  <c:v>0</c:v>
                </c:pt>
                <c:pt idx="416">
                  <c:v>0</c:v>
                </c:pt>
                <c:pt idx="417">
                  <c:v>0</c:v>
                </c:pt>
                <c:pt idx="418">
                  <c:v>0</c:v>
                </c:pt>
                <c:pt idx="419">
                  <c:v>0</c:v>
                </c:pt>
                <c:pt idx="420">
                  <c:v>0</c:v>
                </c:pt>
                <c:pt idx="421">
                  <c:v>0</c:v>
                </c:pt>
                <c:pt idx="422">
                  <c:v>0</c:v>
                </c:pt>
                <c:pt idx="423">
                  <c:v>0</c:v>
                </c:pt>
                <c:pt idx="424">
                  <c:v>0</c:v>
                </c:pt>
                <c:pt idx="425">
                  <c:v>0</c:v>
                </c:pt>
                <c:pt idx="426">
                  <c:v>0</c:v>
                </c:pt>
                <c:pt idx="427">
                  <c:v>0</c:v>
                </c:pt>
                <c:pt idx="428">
                  <c:v>0</c:v>
                </c:pt>
                <c:pt idx="429">
                  <c:v>0</c:v>
                </c:pt>
                <c:pt idx="430">
                  <c:v>0</c:v>
                </c:pt>
                <c:pt idx="431">
                  <c:v>0</c:v>
                </c:pt>
                <c:pt idx="432">
                  <c:v>0</c:v>
                </c:pt>
                <c:pt idx="433">
                  <c:v>0</c:v>
                </c:pt>
                <c:pt idx="434">
                  <c:v>0</c:v>
                </c:pt>
                <c:pt idx="435">
                  <c:v>0</c:v>
                </c:pt>
                <c:pt idx="436">
                  <c:v>0</c:v>
                </c:pt>
                <c:pt idx="437">
                  <c:v>0</c:v>
                </c:pt>
                <c:pt idx="438">
                  <c:v>0</c:v>
                </c:pt>
                <c:pt idx="439">
                  <c:v>0</c:v>
                </c:pt>
                <c:pt idx="440">
                  <c:v>0</c:v>
                </c:pt>
                <c:pt idx="441">
                  <c:v>0</c:v>
                </c:pt>
                <c:pt idx="442">
                  <c:v>0</c:v>
                </c:pt>
                <c:pt idx="443">
                  <c:v>0</c:v>
                </c:pt>
                <c:pt idx="444">
                  <c:v>0</c:v>
                </c:pt>
                <c:pt idx="445">
                  <c:v>0</c:v>
                </c:pt>
                <c:pt idx="446">
                  <c:v>0</c:v>
                </c:pt>
                <c:pt idx="447">
                  <c:v>0</c:v>
                </c:pt>
                <c:pt idx="448">
                  <c:v>0</c:v>
                </c:pt>
                <c:pt idx="449">
                  <c:v>0</c:v>
                </c:pt>
                <c:pt idx="450">
                  <c:v>0</c:v>
                </c:pt>
                <c:pt idx="451">
                  <c:v>0</c:v>
                </c:pt>
                <c:pt idx="452">
                  <c:v>0</c:v>
                </c:pt>
                <c:pt idx="453">
                  <c:v>0</c:v>
                </c:pt>
                <c:pt idx="454">
                  <c:v>0</c:v>
                </c:pt>
                <c:pt idx="455">
                  <c:v>0</c:v>
                </c:pt>
                <c:pt idx="456">
                  <c:v>0</c:v>
                </c:pt>
                <c:pt idx="457">
                  <c:v>0</c:v>
                </c:pt>
                <c:pt idx="458">
                  <c:v>0</c:v>
                </c:pt>
                <c:pt idx="459">
                  <c:v>0</c:v>
                </c:pt>
                <c:pt idx="460">
                  <c:v>0</c:v>
                </c:pt>
                <c:pt idx="461">
                  <c:v>0</c:v>
                </c:pt>
                <c:pt idx="462">
                  <c:v>0</c:v>
                </c:pt>
                <c:pt idx="463">
                  <c:v>0</c:v>
                </c:pt>
                <c:pt idx="464">
                  <c:v>0</c:v>
                </c:pt>
                <c:pt idx="465">
                  <c:v>0</c:v>
                </c:pt>
                <c:pt idx="466">
                  <c:v>0</c:v>
                </c:pt>
                <c:pt idx="467">
                  <c:v>0</c:v>
                </c:pt>
                <c:pt idx="468">
                  <c:v>0</c:v>
                </c:pt>
                <c:pt idx="469">
                  <c:v>0</c:v>
                </c:pt>
                <c:pt idx="470">
                  <c:v>0</c:v>
                </c:pt>
                <c:pt idx="471">
                  <c:v>0</c:v>
                </c:pt>
                <c:pt idx="472">
                  <c:v>0</c:v>
                </c:pt>
                <c:pt idx="473">
                  <c:v>0</c:v>
                </c:pt>
                <c:pt idx="474">
                  <c:v>0</c:v>
                </c:pt>
                <c:pt idx="475">
                  <c:v>0</c:v>
                </c:pt>
                <c:pt idx="476">
                  <c:v>0</c:v>
                </c:pt>
                <c:pt idx="477">
                  <c:v>0</c:v>
                </c:pt>
                <c:pt idx="478">
                  <c:v>0</c:v>
                </c:pt>
                <c:pt idx="479">
                  <c:v>0</c:v>
                </c:pt>
                <c:pt idx="480">
                  <c:v>0</c:v>
                </c:pt>
                <c:pt idx="481">
                  <c:v>0</c:v>
                </c:pt>
                <c:pt idx="482">
                  <c:v>0</c:v>
                </c:pt>
                <c:pt idx="483">
                  <c:v>0</c:v>
                </c:pt>
                <c:pt idx="484">
                  <c:v>0</c:v>
                </c:pt>
                <c:pt idx="485">
                  <c:v>0</c:v>
                </c:pt>
                <c:pt idx="486">
                  <c:v>0</c:v>
                </c:pt>
                <c:pt idx="487">
                  <c:v>0</c:v>
                </c:pt>
                <c:pt idx="488">
                  <c:v>0</c:v>
                </c:pt>
                <c:pt idx="489">
                  <c:v>0</c:v>
                </c:pt>
                <c:pt idx="490">
                  <c:v>0</c:v>
                </c:pt>
                <c:pt idx="491">
                  <c:v>0</c:v>
                </c:pt>
                <c:pt idx="492">
                  <c:v>0</c:v>
                </c:pt>
                <c:pt idx="493">
                  <c:v>0</c:v>
                </c:pt>
                <c:pt idx="494">
                  <c:v>0</c:v>
                </c:pt>
                <c:pt idx="495">
                  <c:v>0</c:v>
                </c:pt>
                <c:pt idx="496">
                  <c:v>0</c:v>
                </c:pt>
                <c:pt idx="497">
                  <c:v>0</c:v>
                </c:pt>
                <c:pt idx="498">
                  <c:v>0</c:v>
                </c:pt>
                <c:pt idx="499">
                  <c:v>0</c:v>
                </c:pt>
                <c:pt idx="500">
                  <c:v>0</c:v>
                </c:pt>
                <c:pt idx="501">
                  <c:v>0</c:v>
                </c:pt>
                <c:pt idx="502">
                  <c:v>0</c:v>
                </c:pt>
                <c:pt idx="503">
                  <c:v>0</c:v>
                </c:pt>
                <c:pt idx="504">
                  <c:v>0</c:v>
                </c:pt>
                <c:pt idx="505">
                  <c:v>0</c:v>
                </c:pt>
                <c:pt idx="506">
                  <c:v>0</c:v>
                </c:pt>
                <c:pt idx="507">
                  <c:v>0</c:v>
                </c:pt>
                <c:pt idx="508">
                  <c:v>0</c:v>
                </c:pt>
                <c:pt idx="509">
                  <c:v>0</c:v>
                </c:pt>
                <c:pt idx="510">
                  <c:v>0</c:v>
                </c:pt>
                <c:pt idx="511">
                  <c:v>0</c:v>
                </c:pt>
                <c:pt idx="512">
                  <c:v>0</c:v>
                </c:pt>
                <c:pt idx="513">
                  <c:v>0</c:v>
                </c:pt>
                <c:pt idx="514">
                  <c:v>0</c:v>
                </c:pt>
                <c:pt idx="515">
                  <c:v>0</c:v>
                </c:pt>
                <c:pt idx="516">
                  <c:v>0</c:v>
                </c:pt>
                <c:pt idx="517">
                  <c:v>0</c:v>
                </c:pt>
                <c:pt idx="518">
                  <c:v>0</c:v>
                </c:pt>
                <c:pt idx="519">
                  <c:v>0</c:v>
                </c:pt>
                <c:pt idx="520">
                  <c:v>0</c:v>
                </c:pt>
                <c:pt idx="521">
                  <c:v>0</c:v>
                </c:pt>
                <c:pt idx="522">
                  <c:v>0</c:v>
                </c:pt>
                <c:pt idx="523">
                  <c:v>0</c:v>
                </c:pt>
                <c:pt idx="524">
                  <c:v>0</c:v>
                </c:pt>
                <c:pt idx="525">
                  <c:v>0</c:v>
                </c:pt>
                <c:pt idx="526">
                  <c:v>0</c:v>
                </c:pt>
                <c:pt idx="527">
                  <c:v>0</c:v>
                </c:pt>
                <c:pt idx="528">
                  <c:v>0</c:v>
                </c:pt>
                <c:pt idx="529">
                  <c:v>0</c:v>
                </c:pt>
                <c:pt idx="530">
                  <c:v>0</c:v>
                </c:pt>
                <c:pt idx="531">
                  <c:v>0</c:v>
                </c:pt>
                <c:pt idx="532">
                  <c:v>0</c:v>
                </c:pt>
                <c:pt idx="533">
                  <c:v>0</c:v>
                </c:pt>
                <c:pt idx="534">
                  <c:v>0</c:v>
                </c:pt>
                <c:pt idx="535">
                  <c:v>0</c:v>
                </c:pt>
                <c:pt idx="536">
                  <c:v>0</c:v>
                </c:pt>
                <c:pt idx="537">
                  <c:v>0</c:v>
                </c:pt>
                <c:pt idx="538">
                  <c:v>0</c:v>
                </c:pt>
                <c:pt idx="539">
                  <c:v>0</c:v>
                </c:pt>
                <c:pt idx="540">
                  <c:v>0</c:v>
                </c:pt>
                <c:pt idx="541">
                  <c:v>0</c:v>
                </c:pt>
                <c:pt idx="542">
                  <c:v>0</c:v>
                </c:pt>
                <c:pt idx="543">
                  <c:v>0</c:v>
                </c:pt>
                <c:pt idx="544">
                  <c:v>0</c:v>
                </c:pt>
                <c:pt idx="545">
                  <c:v>0</c:v>
                </c:pt>
                <c:pt idx="546">
                  <c:v>0</c:v>
                </c:pt>
                <c:pt idx="547">
                  <c:v>0</c:v>
                </c:pt>
                <c:pt idx="548">
                  <c:v>0</c:v>
                </c:pt>
                <c:pt idx="549">
                  <c:v>0</c:v>
                </c:pt>
                <c:pt idx="550">
                  <c:v>0</c:v>
                </c:pt>
                <c:pt idx="551">
                  <c:v>0</c:v>
                </c:pt>
                <c:pt idx="552">
                  <c:v>0</c:v>
                </c:pt>
                <c:pt idx="553">
                  <c:v>0</c:v>
                </c:pt>
                <c:pt idx="554">
                  <c:v>0</c:v>
                </c:pt>
                <c:pt idx="555">
                  <c:v>0</c:v>
                </c:pt>
                <c:pt idx="556">
                  <c:v>0</c:v>
                </c:pt>
                <c:pt idx="557">
                  <c:v>0</c:v>
                </c:pt>
                <c:pt idx="558">
                  <c:v>0</c:v>
                </c:pt>
                <c:pt idx="559">
                  <c:v>0</c:v>
                </c:pt>
                <c:pt idx="560">
                  <c:v>0</c:v>
                </c:pt>
                <c:pt idx="561">
                  <c:v>0</c:v>
                </c:pt>
                <c:pt idx="562">
                  <c:v>0</c:v>
                </c:pt>
                <c:pt idx="563">
                  <c:v>0</c:v>
                </c:pt>
                <c:pt idx="564">
                  <c:v>0</c:v>
                </c:pt>
                <c:pt idx="565">
                  <c:v>0</c:v>
                </c:pt>
                <c:pt idx="566">
                  <c:v>0</c:v>
                </c:pt>
                <c:pt idx="567">
                  <c:v>0</c:v>
                </c:pt>
                <c:pt idx="568">
                  <c:v>0</c:v>
                </c:pt>
                <c:pt idx="569">
                  <c:v>0</c:v>
                </c:pt>
                <c:pt idx="570">
                  <c:v>0</c:v>
                </c:pt>
                <c:pt idx="571">
                  <c:v>0</c:v>
                </c:pt>
                <c:pt idx="572">
                  <c:v>0</c:v>
                </c:pt>
                <c:pt idx="573">
                  <c:v>0</c:v>
                </c:pt>
                <c:pt idx="574">
                  <c:v>0</c:v>
                </c:pt>
                <c:pt idx="575">
                  <c:v>0</c:v>
                </c:pt>
                <c:pt idx="576">
                  <c:v>0</c:v>
                </c:pt>
                <c:pt idx="577">
                  <c:v>0</c:v>
                </c:pt>
                <c:pt idx="578">
                  <c:v>0</c:v>
                </c:pt>
                <c:pt idx="579">
                  <c:v>0</c:v>
                </c:pt>
                <c:pt idx="580">
                  <c:v>0</c:v>
                </c:pt>
                <c:pt idx="581">
                  <c:v>0</c:v>
                </c:pt>
                <c:pt idx="582">
                  <c:v>0</c:v>
                </c:pt>
                <c:pt idx="583">
                  <c:v>0</c:v>
                </c:pt>
                <c:pt idx="584">
                  <c:v>0</c:v>
                </c:pt>
                <c:pt idx="585">
                  <c:v>0</c:v>
                </c:pt>
                <c:pt idx="586">
                  <c:v>0</c:v>
                </c:pt>
                <c:pt idx="587">
                  <c:v>0</c:v>
                </c:pt>
                <c:pt idx="588">
                  <c:v>0</c:v>
                </c:pt>
                <c:pt idx="589">
                  <c:v>0</c:v>
                </c:pt>
                <c:pt idx="590">
                  <c:v>0</c:v>
                </c:pt>
                <c:pt idx="591">
                  <c:v>0</c:v>
                </c:pt>
                <c:pt idx="592">
                  <c:v>0</c:v>
                </c:pt>
                <c:pt idx="593">
                  <c:v>0</c:v>
                </c:pt>
                <c:pt idx="594">
                  <c:v>0</c:v>
                </c:pt>
                <c:pt idx="595">
                  <c:v>0</c:v>
                </c:pt>
                <c:pt idx="596">
                  <c:v>0</c:v>
                </c:pt>
                <c:pt idx="597">
                  <c:v>0</c:v>
                </c:pt>
                <c:pt idx="598">
                  <c:v>0</c:v>
                </c:pt>
                <c:pt idx="599">
                  <c:v>0</c:v>
                </c:pt>
                <c:pt idx="600">
                  <c:v>0</c:v>
                </c:pt>
                <c:pt idx="601">
                  <c:v>0</c:v>
                </c:pt>
                <c:pt idx="602">
                  <c:v>0</c:v>
                </c:pt>
                <c:pt idx="603">
                  <c:v>0</c:v>
                </c:pt>
                <c:pt idx="604">
                  <c:v>0</c:v>
                </c:pt>
                <c:pt idx="605">
                  <c:v>0</c:v>
                </c:pt>
                <c:pt idx="606">
                  <c:v>0</c:v>
                </c:pt>
                <c:pt idx="607">
                  <c:v>0</c:v>
                </c:pt>
                <c:pt idx="608">
                  <c:v>0</c:v>
                </c:pt>
                <c:pt idx="609">
                  <c:v>0</c:v>
                </c:pt>
                <c:pt idx="610">
                  <c:v>0</c:v>
                </c:pt>
                <c:pt idx="611">
                  <c:v>0</c:v>
                </c:pt>
                <c:pt idx="612">
                  <c:v>0</c:v>
                </c:pt>
                <c:pt idx="613">
                  <c:v>0</c:v>
                </c:pt>
                <c:pt idx="614">
                  <c:v>0</c:v>
                </c:pt>
                <c:pt idx="615">
                  <c:v>0</c:v>
                </c:pt>
                <c:pt idx="616">
                  <c:v>0</c:v>
                </c:pt>
                <c:pt idx="617">
                  <c:v>0</c:v>
                </c:pt>
                <c:pt idx="618">
                  <c:v>0</c:v>
                </c:pt>
                <c:pt idx="619">
                  <c:v>0</c:v>
                </c:pt>
                <c:pt idx="620">
                  <c:v>0</c:v>
                </c:pt>
                <c:pt idx="621">
                  <c:v>0</c:v>
                </c:pt>
                <c:pt idx="622">
                  <c:v>0</c:v>
                </c:pt>
                <c:pt idx="623">
                  <c:v>0</c:v>
                </c:pt>
                <c:pt idx="624">
                  <c:v>0</c:v>
                </c:pt>
                <c:pt idx="625">
                  <c:v>0</c:v>
                </c:pt>
                <c:pt idx="626">
                  <c:v>0</c:v>
                </c:pt>
                <c:pt idx="627">
                  <c:v>0</c:v>
                </c:pt>
                <c:pt idx="628">
                  <c:v>0</c:v>
                </c:pt>
                <c:pt idx="629">
                  <c:v>0</c:v>
                </c:pt>
                <c:pt idx="630">
                  <c:v>0</c:v>
                </c:pt>
                <c:pt idx="631">
                  <c:v>0</c:v>
                </c:pt>
                <c:pt idx="632">
                  <c:v>0</c:v>
                </c:pt>
                <c:pt idx="633">
                  <c:v>0</c:v>
                </c:pt>
                <c:pt idx="634">
                  <c:v>0</c:v>
                </c:pt>
                <c:pt idx="635">
                  <c:v>0</c:v>
                </c:pt>
                <c:pt idx="636">
                  <c:v>0</c:v>
                </c:pt>
                <c:pt idx="637">
                  <c:v>0</c:v>
                </c:pt>
                <c:pt idx="638">
                  <c:v>0</c:v>
                </c:pt>
                <c:pt idx="639">
                  <c:v>0</c:v>
                </c:pt>
                <c:pt idx="640">
                  <c:v>0</c:v>
                </c:pt>
                <c:pt idx="641">
                  <c:v>0</c:v>
                </c:pt>
                <c:pt idx="642">
                  <c:v>0</c:v>
                </c:pt>
                <c:pt idx="643">
                  <c:v>0</c:v>
                </c:pt>
                <c:pt idx="644">
                  <c:v>0</c:v>
                </c:pt>
                <c:pt idx="645">
                  <c:v>0</c:v>
                </c:pt>
                <c:pt idx="646">
                  <c:v>0</c:v>
                </c:pt>
                <c:pt idx="647">
                  <c:v>0</c:v>
                </c:pt>
                <c:pt idx="648">
                  <c:v>0</c:v>
                </c:pt>
                <c:pt idx="649">
                  <c:v>0</c:v>
                </c:pt>
                <c:pt idx="650">
                  <c:v>0</c:v>
                </c:pt>
                <c:pt idx="651">
                  <c:v>0</c:v>
                </c:pt>
                <c:pt idx="652">
                  <c:v>0</c:v>
                </c:pt>
                <c:pt idx="653">
                  <c:v>0</c:v>
                </c:pt>
                <c:pt idx="654">
                  <c:v>0</c:v>
                </c:pt>
                <c:pt idx="655">
                  <c:v>0</c:v>
                </c:pt>
                <c:pt idx="656">
                  <c:v>0</c:v>
                </c:pt>
                <c:pt idx="657">
                  <c:v>0</c:v>
                </c:pt>
                <c:pt idx="658">
                  <c:v>0</c:v>
                </c:pt>
                <c:pt idx="659">
                  <c:v>0</c:v>
                </c:pt>
                <c:pt idx="660">
                  <c:v>0</c:v>
                </c:pt>
                <c:pt idx="661">
                  <c:v>0</c:v>
                </c:pt>
                <c:pt idx="662">
                  <c:v>0</c:v>
                </c:pt>
                <c:pt idx="663">
                  <c:v>0</c:v>
                </c:pt>
                <c:pt idx="664">
                  <c:v>0</c:v>
                </c:pt>
                <c:pt idx="665">
                  <c:v>0</c:v>
                </c:pt>
                <c:pt idx="666">
                  <c:v>0</c:v>
                </c:pt>
                <c:pt idx="667">
                  <c:v>0</c:v>
                </c:pt>
                <c:pt idx="668">
                  <c:v>0</c:v>
                </c:pt>
                <c:pt idx="669">
                  <c:v>0</c:v>
                </c:pt>
                <c:pt idx="670">
                  <c:v>0</c:v>
                </c:pt>
                <c:pt idx="671">
                  <c:v>0</c:v>
                </c:pt>
                <c:pt idx="672">
                  <c:v>0</c:v>
                </c:pt>
                <c:pt idx="673">
                  <c:v>0</c:v>
                </c:pt>
                <c:pt idx="674">
                  <c:v>0</c:v>
                </c:pt>
                <c:pt idx="675">
                  <c:v>0</c:v>
                </c:pt>
                <c:pt idx="676">
                  <c:v>0</c:v>
                </c:pt>
                <c:pt idx="677">
                  <c:v>0</c:v>
                </c:pt>
                <c:pt idx="678">
                  <c:v>0</c:v>
                </c:pt>
                <c:pt idx="679">
                  <c:v>0</c:v>
                </c:pt>
                <c:pt idx="680">
                  <c:v>0</c:v>
                </c:pt>
                <c:pt idx="681">
                  <c:v>0</c:v>
                </c:pt>
                <c:pt idx="682">
                  <c:v>0</c:v>
                </c:pt>
                <c:pt idx="683">
                  <c:v>0</c:v>
                </c:pt>
                <c:pt idx="684">
                  <c:v>0</c:v>
                </c:pt>
                <c:pt idx="685">
                  <c:v>0</c:v>
                </c:pt>
                <c:pt idx="686">
                  <c:v>0</c:v>
                </c:pt>
                <c:pt idx="687">
                  <c:v>0</c:v>
                </c:pt>
                <c:pt idx="688">
                  <c:v>0</c:v>
                </c:pt>
                <c:pt idx="689">
                  <c:v>0</c:v>
                </c:pt>
                <c:pt idx="690">
                  <c:v>0</c:v>
                </c:pt>
                <c:pt idx="691">
                  <c:v>0</c:v>
                </c:pt>
                <c:pt idx="692">
                  <c:v>0</c:v>
                </c:pt>
                <c:pt idx="693">
                  <c:v>0</c:v>
                </c:pt>
                <c:pt idx="694">
                  <c:v>0</c:v>
                </c:pt>
                <c:pt idx="695">
                  <c:v>0</c:v>
                </c:pt>
                <c:pt idx="696">
                  <c:v>0</c:v>
                </c:pt>
                <c:pt idx="697">
                  <c:v>0</c:v>
                </c:pt>
                <c:pt idx="698">
                  <c:v>0</c:v>
                </c:pt>
                <c:pt idx="699">
                  <c:v>0</c:v>
                </c:pt>
                <c:pt idx="700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06"/>
          <c:min val="-0.06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03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CFD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19456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23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D-2 Feature Extraction Pipeline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11480" y="530352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5E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one spectrum is converted into 38 routing features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8339328" y="4645152"/>
            <a:ext cx="402336" cy="256032"/>
          </a:xfrm>
          <a:prstGeom prst="roundRect">
            <a:avLst>
              <a:gd name="adj" fmla="val 28571"/>
            </a:avLst>
          </a:prstGeom>
          <a:solidFill>
            <a:srgbClr val="8391A0"/>
          </a:solidFill>
          <a:ln w="10160">
            <a:solidFill>
              <a:srgbClr val="8391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339328" y="4645152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1143000" cy="3246120"/>
          </a:xfrm>
          <a:prstGeom prst="roundRect">
            <a:avLst>
              <a:gd name="adj" fmla="val 6400"/>
            </a:avLst>
          </a:prstGeom>
          <a:solidFill>
            <a:srgbClr val="F5F7FA"/>
          </a:solidFill>
          <a:ln w="12700">
            <a:solidFill>
              <a:srgbClr val="9CA9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042416"/>
            <a:ext cx="923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223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475488" y="1453896"/>
            <a:ext cx="923544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334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R_total(λ)</a:t>
            </a:r>
            <a:endParaRPr lang="en-US" sz="1450" dirty="0"/>
          </a:p>
          <a:p>
            <a:pPr indent="0" marL="0">
              <a:buNone/>
            </a:pP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334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ΔR_total(λ)</a:t>
            </a:r>
            <a:endParaRPr lang="en-US" sz="1450" dirty="0"/>
          </a:p>
          <a:p>
            <a:pPr indent="0" marL="0">
              <a:buNone/>
            </a:pP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334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spectrum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334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334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spectrum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1783080" y="914400"/>
            <a:ext cx="2194560" cy="694944"/>
          </a:xfrm>
          <a:prstGeom prst="roundRect">
            <a:avLst>
              <a:gd name="adj" fmla="val 10526"/>
            </a:avLst>
          </a:prstGeom>
          <a:solidFill>
            <a:srgbClr val="DDEAFB"/>
          </a:solidFill>
          <a:ln w="12700">
            <a:solidFill>
              <a:srgbClr val="9CA9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92808" y="996696"/>
            <a:ext cx="1975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b="1" dirty="0">
                <a:solidFill>
                  <a:srgbClr val="223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Windowed energy features</a:t>
            </a:r>
            <a:endParaRPr lang="en-US" sz="1480" dirty="0"/>
          </a:p>
        </p:txBody>
      </p:sp>
      <p:sp>
        <p:nvSpPr>
          <p:cNvPr id="11" name="Text 9"/>
          <p:cNvSpPr/>
          <p:nvPr/>
        </p:nvSpPr>
        <p:spPr>
          <a:xfrm>
            <a:off x="1892808" y="1316736"/>
            <a:ext cx="19751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334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Input: ΔR_total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334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Core: front / transition / rear windows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334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front_rms, rear_rms,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334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front/rear ratio</a:t>
            </a:r>
            <a:endParaRPr lang="en-US" sz="1240" dirty="0"/>
          </a:p>
        </p:txBody>
      </p:sp>
      <p:sp>
        <p:nvSpPr>
          <p:cNvPr id="12" name="Shape 10"/>
          <p:cNvSpPr/>
          <p:nvPr/>
        </p:nvSpPr>
        <p:spPr>
          <a:xfrm>
            <a:off x="1536192" y="2615184"/>
            <a:ext cx="182880" cy="-1426464"/>
          </a:xfrm>
          <a:prstGeom prst="line">
            <a:avLst/>
          </a:prstGeom>
          <a:noFill/>
          <a:ln w="13970">
            <a:solidFill>
              <a:srgbClr val="7F8FA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783080" y="1645920"/>
            <a:ext cx="2194560" cy="694944"/>
          </a:xfrm>
          <a:prstGeom prst="roundRect">
            <a:avLst>
              <a:gd name="adj" fmla="val 10526"/>
            </a:avLst>
          </a:prstGeom>
          <a:solidFill>
            <a:srgbClr val="E5F3E4"/>
          </a:solidFill>
          <a:ln w="12700">
            <a:solidFill>
              <a:srgbClr val="9CA9B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92808" y="1728216"/>
            <a:ext cx="1975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b="1" dirty="0">
                <a:solidFill>
                  <a:srgbClr val="223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Rear-window shift features</a:t>
            </a:r>
            <a:endParaRPr lang="en-US" sz="1480" dirty="0"/>
          </a:p>
        </p:txBody>
      </p:sp>
      <p:sp>
        <p:nvSpPr>
          <p:cNvPr id="15" name="Text 13"/>
          <p:cNvSpPr/>
          <p:nvPr/>
        </p:nvSpPr>
        <p:spPr>
          <a:xfrm>
            <a:off x="1892808" y="2048256"/>
            <a:ext cx="19751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334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Input: rear-window R_total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334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Core: reference vs case,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334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alignment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334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best shift, explained fraction,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334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residual</a:t>
            </a:r>
            <a:endParaRPr lang="en-US" sz="1240" dirty="0"/>
          </a:p>
        </p:txBody>
      </p:sp>
      <p:sp>
        <p:nvSpPr>
          <p:cNvPr id="16" name="Shape 14"/>
          <p:cNvSpPr/>
          <p:nvPr/>
        </p:nvSpPr>
        <p:spPr>
          <a:xfrm>
            <a:off x="1536192" y="2615184"/>
            <a:ext cx="182880" cy="-694944"/>
          </a:xfrm>
          <a:prstGeom prst="line">
            <a:avLst/>
          </a:prstGeom>
          <a:noFill/>
          <a:ln w="13970">
            <a:solidFill>
              <a:srgbClr val="7F8FA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783080" y="2468880"/>
            <a:ext cx="2194560" cy="768096"/>
          </a:xfrm>
          <a:prstGeom prst="roundRect">
            <a:avLst>
              <a:gd name="adj" fmla="val 9524"/>
            </a:avLst>
          </a:prstGeom>
          <a:solidFill>
            <a:srgbClr val="F7EBDD"/>
          </a:solidFill>
          <a:ln w="12700">
            <a:solidFill>
              <a:srgbClr val="9CA9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92808" y="2551176"/>
            <a:ext cx="1975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b="1" dirty="0">
                <a:solidFill>
                  <a:srgbClr val="223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Rear-window spectral features</a:t>
            </a:r>
            <a:endParaRPr lang="en-US" sz="1480" dirty="0"/>
          </a:p>
        </p:txBody>
      </p:sp>
      <p:sp>
        <p:nvSpPr>
          <p:cNvPr id="19" name="Text 17"/>
          <p:cNvSpPr/>
          <p:nvPr/>
        </p:nvSpPr>
        <p:spPr>
          <a:xfrm>
            <a:off x="1892808" y="2871216"/>
            <a:ext cx="1975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334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Input: rear-window signal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334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Core: uniform 1/λ grid +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334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frequency analysis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334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dominant freq, bandwidth,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334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sideband, complexity</a:t>
            </a:r>
            <a:endParaRPr lang="en-US" sz="1240" dirty="0"/>
          </a:p>
        </p:txBody>
      </p:sp>
      <p:sp>
        <p:nvSpPr>
          <p:cNvPr id="20" name="Shape 18"/>
          <p:cNvSpPr/>
          <p:nvPr/>
        </p:nvSpPr>
        <p:spPr>
          <a:xfrm>
            <a:off x="1536192" y="2615184"/>
            <a:ext cx="182880" cy="128016"/>
          </a:xfrm>
          <a:prstGeom prst="line">
            <a:avLst/>
          </a:prstGeom>
          <a:noFill/>
          <a:ln w="13970">
            <a:solidFill>
              <a:srgbClr val="7F8FA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83080" y="3291840"/>
            <a:ext cx="2194560" cy="768096"/>
          </a:xfrm>
          <a:prstGeom prst="roundRect">
            <a:avLst>
              <a:gd name="adj" fmla="val 9524"/>
            </a:avLst>
          </a:prstGeom>
          <a:solidFill>
            <a:srgbClr val="EEE6F9"/>
          </a:solidFill>
          <a:ln w="12700">
            <a:solidFill>
              <a:srgbClr val="9CA9B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92808" y="3374136"/>
            <a:ext cx="1975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b="1" dirty="0">
                <a:solidFill>
                  <a:srgbClr val="223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Wavelet features</a:t>
            </a:r>
            <a:endParaRPr lang="en-US" sz="1480" dirty="0"/>
          </a:p>
        </p:txBody>
      </p:sp>
      <p:sp>
        <p:nvSpPr>
          <p:cNvPr id="23" name="Text 21"/>
          <p:cNvSpPr/>
          <p:nvPr/>
        </p:nvSpPr>
        <p:spPr>
          <a:xfrm>
            <a:off x="1892808" y="3694176"/>
            <a:ext cx="1975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334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Input: ΔR_total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334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Core: localized scale-space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334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decomposition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334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front / transition / rear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334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+ entropy</a:t>
            </a:r>
            <a:endParaRPr lang="en-US" sz="1240" dirty="0"/>
          </a:p>
        </p:txBody>
      </p:sp>
      <p:sp>
        <p:nvSpPr>
          <p:cNvPr id="24" name="Shape 22"/>
          <p:cNvSpPr/>
          <p:nvPr/>
        </p:nvSpPr>
        <p:spPr>
          <a:xfrm>
            <a:off x="1536192" y="2615184"/>
            <a:ext cx="182880" cy="950976"/>
          </a:xfrm>
          <a:prstGeom prst="line">
            <a:avLst/>
          </a:prstGeom>
          <a:noFill/>
          <a:ln w="13970">
            <a:solidFill>
              <a:srgbClr val="7F8FA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783080" y="4023360"/>
            <a:ext cx="2194560" cy="987552"/>
          </a:xfrm>
          <a:prstGeom prst="roundRect">
            <a:avLst>
              <a:gd name="adj" fmla="val 7407"/>
            </a:avLst>
          </a:prstGeom>
          <a:solidFill>
            <a:srgbClr val="FBE7EC"/>
          </a:solidFill>
          <a:ln w="12700">
            <a:solidFill>
              <a:srgbClr val="9CA9B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892808" y="4105656"/>
            <a:ext cx="1975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80" b="1" dirty="0">
                <a:solidFill>
                  <a:srgbClr val="223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 similarity features</a:t>
            </a:r>
            <a:endParaRPr lang="en-US" sz="1480" dirty="0"/>
          </a:p>
        </p:txBody>
      </p:sp>
      <p:sp>
        <p:nvSpPr>
          <p:cNvPr id="27" name="Text 25"/>
          <p:cNvSpPr/>
          <p:nvPr/>
        </p:nvSpPr>
        <p:spPr>
          <a:xfrm>
            <a:off x="1892808" y="4425696"/>
            <a:ext cx="19751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334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Input: ΔR_total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334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Core: compare against family mean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334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templates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334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thickness / front roughness /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334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rear roughness / front gap /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334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rear gap similarity</a:t>
            </a:r>
            <a:endParaRPr lang="en-US" sz="1240" dirty="0"/>
          </a:p>
        </p:txBody>
      </p:sp>
      <p:sp>
        <p:nvSpPr>
          <p:cNvPr id="28" name="Shape 26"/>
          <p:cNvSpPr/>
          <p:nvPr/>
        </p:nvSpPr>
        <p:spPr>
          <a:xfrm>
            <a:off x="1536192" y="2615184"/>
            <a:ext cx="182880" cy="1682496"/>
          </a:xfrm>
          <a:prstGeom prst="line">
            <a:avLst/>
          </a:prstGeom>
          <a:noFill/>
          <a:ln w="13970">
            <a:solidFill>
              <a:srgbClr val="7F8FA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554480" y="2496312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F8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4279392" y="1207008"/>
            <a:ext cx="1389888" cy="2761488"/>
          </a:xfrm>
          <a:prstGeom prst="roundRect">
            <a:avLst>
              <a:gd name="adj" fmla="val 5263"/>
            </a:avLst>
          </a:prstGeom>
          <a:solidFill>
            <a:srgbClr val="EAE7F7"/>
          </a:solidFill>
          <a:ln w="12700">
            <a:solidFill>
              <a:srgbClr val="9CA9B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89120" y="1289304"/>
            <a:ext cx="1170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80" b="1" dirty="0">
                <a:solidFill>
                  <a:srgbClr val="223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 quantitative features</a:t>
            </a:r>
            <a:endParaRPr lang="en-US" sz="1580" dirty="0"/>
          </a:p>
        </p:txBody>
      </p:sp>
      <p:sp>
        <p:nvSpPr>
          <p:cNvPr id="32" name="Text 30"/>
          <p:cNvSpPr/>
          <p:nvPr/>
        </p:nvSpPr>
        <p:spPr>
          <a:xfrm>
            <a:off x="4389120" y="1755648"/>
            <a:ext cx="1170432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30" dirty="0">
                <a:solidFill>
                  <a:srgbClr val="334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 amplitudes</a:t>
            </a:r>
            <a:endParaRPr lang="en-US" sz="1330" dirty="0"/>
          </a:p>
          <a:p>
            <a:pPr indent="0" marL="0">
              <a:buNone/>
            </a:pPr>
            <a:r>
              <a:rPr lang="en-US" sz="1330" dirty="0">
                <a:solidFill>
                  <a:srgbClr val="334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ratios</a:t>
            </a:r>
            <a:endParaRPr lang="en-US" sz="1330" dirty="0"/>
          </a:p>
          <a:p>
            <a:pPr indent="0" marL="0">
              <a:buNone/>
            </a:pPr>
            <a:r>
              <a:rPr lang="en-US" sz="1330" dirty="0">
                <a:solidFill>
                  <a:srgbClr val="334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shift metrics</a:t>
            </a:r>
            <a:endParaRPr lang="en-US" sz="1330" dirty="0"/>
          </a:p>
          <a:p>
            <a:pPr indent="0" marL="0">
              <a:buNone/>
            </a:pPr>
            <a:r>
              <a:rPr lang="en-US" sz="1330" dirty="0">
                <a:solidFill>
                  <a:srgbClr val="334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rear spectral metrics</a:t>
            </a:r>
            <a:endParaRPr lang="en-US" sz="1330" dirty="0"/>
          </a:p>
          <a:p>
            <a:pPr indent="0" marL="0">
              <a:buNone/>
            </a:pPr>
            <a:r>
              <a:rPr lang="en-US" sz="1330" dirty="0">
                <a:solidFill>
                  <a:srgbClr val="334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wavelet metrics</a:t>
            </a:r>
            <a:endParaRPr lang="en-US" sz="1330" dirty="0"/>
          </a:p>
          <a:p>
            <a:pPr indent="0" marL="0">
              <a:buNone/>
            </a:pPr>
            <a:r>
              <a:rPr lang="en-US" sz="1330" dirty="0">
                <a:solidFill>
                  <a:srgbClr val="334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template-similarity metrics</a:t>
            </a:r>
            <a:endParaRPr lang="en-US" sz="1330" dirty="0"/>
          </a:p>
        </p:txBody>
      </p:sp>
      <p:sp>
        <p:nvSpPr>
          <p:cNvPr id="33" name="Shape 31"/>
          <p:cNvSpPr/>
          <p:nvPr/>
        </p:nvSpPr>
        <p:spPr>
          <a:xfrm>
            <a:off x="4023360" y="1225296"/>
            <a:ext cx="164592" cy="1353312"/>
          </a:xfrm>
          <a:prstGeom prst="line">
            <a:avLst/>
          </a:prstGeom>
          <a:noFill/>
          <a:ln w="13970">
            <a:solidFill>
              <a:srgbClr val="7F8FA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023360" y="1956816"/>
            <a:ext cx="164592" cy="621792"/>
          </a:xfrm>
          <a:prstGeom prst="line">
            <a:avLst/>
          </a:prstGeom>
          <a:noFill/>
          <a:ln w="13970">
            <a:solidFill>
              <a:srgbClr val="7F8FA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023360" y="2862072"/>
            <a:ext cx="164592" cy="-283464"/>
          </a:xfrm>
          <a:prstGeom prst="line">
            <a:avLst/>
          </a:prstGeom>
          <a:noFill/>
          <a:ln w="13970">
            <a:solidFill>
              <a:srgbClr val="7F8FA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023360" y="3685032"/>
            <a:ext cx="164592" cy="-1106424"/>
          </a:xfrm>
          <a:prstGeom prst="line">
            <a:avLst/>
          </a:prstGeom>
          <a:noFill/>
          <a:ln w="13970">
            <a:solidFill>
              <a:srgbClr val="7F8FA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023360" y="4416552"/>
            <a:ext cx="164592" cy="-1837944"/>
          </a:xfrm>
          <a:prstGeom prst="line">
            <a:avLst/>
          </a:prstGeom>
          <a:noFill/>
          <a:ln w="13970">
            <a:solidFill>
              <a:srgbClr val="7F8FA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078224" y="2487168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F8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39" name="Shape 37"/>
          <p:cNvSpPr/>
          <p:nvPr/>
        </p:nvSpPr>
        <p:spPr>
          <a:xfrm>
            <a:off x="5989320" y="932688"/>
            <a:ext cx="2514600" cy="768096"/>
          </a:xfrm>
          <a:prstGeom prst="roundRect">
            <a:avLst>
              <a:gd name="adj" fmla="val 9524"/>
            </a:avLst>
          </a:prstGeom>
          <a:solidFill>
            <a:srgbClr val="EEF1F4"/>
          </a:solidFill>
          <a:ln w="12700">
            <a:solidFill>
              <a:srgbClr val="9CA9B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99048" y="1014984"/>
            <a:ext cx="2295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60" b="1" dirty="0">
                <a:solidFill>
                  <a:srgbClr val="223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PCA / UMAP visualization</a:t>
            </a:r>
            <a:endParaRPr lang="en-US" sz="1460" dirty="0"/>
          </a:p>
        </p:txBody>
      </p:sp>
      <p:sp>
        <p:nvSpPr>
          <p:cNvPr id="41" name="Text 39"/>
          <p:cNvSpPr/>
          <p:nvPr/>
        </p:nvSpPr>
        <p:spPr>
          <a:xfrm>
            <a:off x="6099048" y="1335024"/>
            <a:ext cx="2295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334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low-dimensional map for quick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334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family separation</a:t>
            </a:r>
            <a:endParaRPr lang="en-US" sz="1270" dirty="0"/>
          </a:p>
        </p:txBody>
      </p:sp>
      <p:sp>
        <p:nvSpPr>
          <p:cNvPr id="42" name="Shape 40"/>
          <p:cNvSpPr/>
          <p:nvPr/>
        </p:nvSpPr>
        <p:spPr>
          <a:xfrm>
            <a:off x="5989320" y="1956816"/>
            <a:ext cx="2514600" cy="768096"/>
          </a:xfrm>
          <a:prstGeom prst="roundRect">
            <a:avLst>
              <a:gd name="adj" fmla="val 9524"/>
            </a:avLst>
          </a:prstGeom>
          <a:solidFill>
            <a:srgbClr val="EEF1F4"/>
          </a:solidFill>
          <a:ln w="12700">
            <a:solidFill>
              <a:srgbClr val="9CA9B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099048" y="2039112"/>
            <a:ext cx="2295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60" b="1" dirty="0">
                <a:solidFill>
                  <a:srgbClr val="223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 routing</a:t>
            </a:r>
            <a:endParaRPr lang="en-US" sz="1460" dirty="0"/>
          </a:p>
        </p:txBody>
      </p:sp>
      <p:sp>
        <p:nvSpPr>
          <p:cNvPr id="44" name="Text 42"/>
          <p:cNvSpPr/>
          <p:nvPr/>
        </p:nvSpPr>
        <p:spPr>
          <a:xfrm>
            <a:off x="6099048" y="2359152"/>
            <a:ext cx="2295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334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the likely defect family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334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fitting</a:t>
            </a:r>
            <a:endParaRPr lang="en-US" sz="1270" dirty="0"/>
          </a:p>
        </p:txBody>
      </p:sp>
      <p:sp>
        <p:nvSpPr>
          <p:cNvPr id="45" name="Shape 43"/>
          <p:cNvSpPr/>
          <p:nvPr/>
        </p:nvSpPr>
        <p:spPr>
          <a:xfrm>
            <a:off x="5989320" y="2980944"/>
            <a:ext cx="2514600" cy="768096"/>
          </a:xfrm>
          <a:prstGeom prst="roundRect">
            <a:avLst>
              <a:gd name="adj" fmla="val 9524"/>
            </a:avLst>
          </a:prstGeom>
          <a:solidFill>
            <a:srgbClr val="EEF1F4"/>
          </a:solidFill>
          <a:ln w="12700">
            <a:solidFill>
              <a:srgbClr val="9CA9B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099048" y="3063240"/>
            <a:ext cx="2295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60" b="1" dirty="0">
                <a:solidFill>
                  <a:srgbClr val="223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family-specific full-spectrum fitting</a:t>
            </a:r>
            <a:endParaRPr lang="en-US" sz="1460" dirty="0"/>
          </a:p>
        </p:txBody>
      </p:sp>
      <p:sp>
        <p:nvSpPr>
          <p:cNvPr id="47" name="Text 45"/>
          <p:cNvSpPr/>
          <p:nvPr/>
        </p:nvSpPr>
        <p:spPr>
          <a:xfrm>
            <a:off x="6099048" y="3383280"/>
            <a:ext cx="2295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334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 the routed case into the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334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matching full-spectrum fitter</a:t>
            </a:r>
            <a:endParaRPr lang="en-US" sz="1270" dirty="0"/>
          </a:p>
        </p:txBody>
      </p:sp>
      <p:sp>
        <p:nvSpPr>
          <p:cNvPr id="48" name="Shape 46"/>
          <p:cNvSpPr/>
          <p:nvPr/>
        </p:nvSpPr>
        <p:spPr>
          <a:xfrm>
            <a:off x="5742432" y="2578608"/>
            <a:ext cx="182880" cy="-1225296"/>
          </a:xfrm>
          <a:prstGeom prst="line">
            <a:avLst/>
          </a:prstGeom>
          <a:noFill/>
          <a:ln w="13970">
            <a:solidFill>
              <a:srgbClr val="7F8FA3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742432" y="2578608"/>
            <a:ext cx="182880" cy="-201168"/>
          </a:xfrm>
          <a:prstGeom prst="line">
            <a:avLst/>
          </a:prstGeom>
          <a:noFill/>
          <a:ln w="13970">
            <a:solidFill>
              <a:srgbClr val="7F8FA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742432" y="2578608"/>
            <a:ext cx="182880" cy="822960"/>
          </a:xfrm>
          <a:prstGeom prst="line">
            <a:avLst/>
          </a:prstGeom>
          <a:noFill/>
          <a:ln w="13970">
            <a:solidFill>
              <a:srgbClr val="7F8FA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797296" y="1261872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F8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52" name="Text 50"/>
          <p:cNvSpPr/>
          <p:nvPr/>
        </p:nvSpPr>
        <p:spPr>
          <a:xfrm>
            <a:off x="5797296" y="2286000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F8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53" name="Text 51"/>
          <p:cNvSpPr/>
          <p:nvPr/>
        </p:nvSpPr>
        <p:spPr>
          <a:xfrm>
            <a:off x="5797296" y="3310128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F8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D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19456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23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D-2 Feature Groups Overview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11480" y="530352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5E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complementary feature sources for defect routing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8339328" y="4645152"/>
            <a:ext cx="402336" cy="256032"/>
          </a:xfrm>
          <a:prstGeom prst="roundRect">
            <a:avLst>
              <a:gd name="adj" fmla="val 28571"/>
            </a:avLst>
          </a:prstGeom>
          <a:solidFill>
            <a:srgbClr val="8391A0"/>
          </a:solidFill>
          <a:ln w="10160">
            <a:solidFill>
              <a:srgbClr val="8391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339328" y="4645152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932688"/>
            <a:ext cx="2103120" cy="1408176"/>
          </a:xfrm>
          <a:prstGeom prst="roundRect">
            <a:avLst>
              <a:gd name="adj" fmla="val 5195"/>
            </a:avLst>
          </a:prstGeom>
          <a:solidFill>
            <a:srgbClr val="DDEAFB"/>
          </a:solidFill>
          <a:ln w="12700">
            <a:solidFill>
              <a:srgbClr val="9CA9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" y="1014984"/>
            <a:ext cx="1883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23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Windowed energy features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21208" y="1316736"/>
            <a:ext cx="188366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10" dirty="0">
                <a:solidFill>
                  <a:srgbClr val="334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1310" dirty="0"/>
          </a:p>
          <a:p>
            <a:pPr indent="0" marL="0">
              <a:buNone/>
            </a:pPr>
            <a:r>
              <a:rPr lang="en-US" sz="1310" dirty="0">
                <a:solidFill>
                  <a:srgbClr val="334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ΔR_total(λ)</a:t>
            </a:r>
            <a:endParaRPr lang="en-US" sz="1310" dirty="0"/>
          </a:p>
          <a:p>
            <a:pPr indent="0" marL="0">
              <a:buNone/>
            </a:pPr>
            <a:endParaRPr lang="en-US" sz="1310" dirty="0"/>
          </a:p>
          <a:p>
            <a:pPr indent="0" marL="0">
              <a:buNone/>
            </a:pPr>
            <a:r>
              <a:rPr lang="en-US" sz="1310" dirty="0">
                <a:solidFill>
                  <a:srgbClr val="334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310" dirty="0"/>
          </a:p>
          <a:p>
            <a:pPr indent="0" marL="0">
              <a:buNone/>
            </a:pPr>
            <a:r>
              <a:rPr lang="en-US" sz="1310" dirty="0">
                <a:solidFill>
                  <a:srgbClr val="334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front_rms, rear_rms,</a:t>
            </a:r>
            <a:endParaRPr lang="en-US" sz="1310" dirty="0"/>
          </a:p>
          <a:p>
            <a:pPr indent="0" marL="0">
              <a:buNone/>
            </a:pPr>
            <a:r>
              <a:rPr lang="en-US" sz="1310" dirty="0">
                <a:solidFill>
                  <a:srgbClr val="334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front/rear ratio</a:t>
            </a:r>
            <a:endParaRPr lang="en-US" sz="1310" dirty="0"/>
          </a:p>
          <a:p>
            <a:pPr indent="0" marL="0">
              <a:buNone/>
            </a:pPr>
            <a:endParaRPr lang="en-US" sz="1310" dirty="0"/>
          </a:p>
          <a:p>
            <a:pPr indent="0" marL="0">
              <a:buNone/>
            </a:pPr>
            <a:r>
              <a:rPr lang="en-US" sz="1310" dirty="0">
                <a:solidFill>
                  <a:srgbClr val="334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answered</a:t>
            </a:r>
            <a:endParaRPr lang="en-US" sz="1310" dirty="0"/>
          </a:p>
          <a:p>
            <a:pPr indent="0" marL="0">
              <a:buNone/>
            </a:pPr>
            <a:r>
              <a:rPr lang="en-US" sz="1310" dirty="0">
                <a:solidFill>
                  <a:srgbClr val="334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does the change mainly live?</a:t>
            </a:r>
            <a:endParaRPr lang="en-US" sz="1310" dirty="0"/>
          </a:p>
        </p:txBody>
      </p:sp>
      <p:sp>
        <p:nvSpPr>
          <p:cNvPr id="9" name="Shape 7"/>
          <p:cNvSpPr/>
          <p:nvPr/>
        </p:nvSpPr>
        <p:spPr>
          <a:xfrm>
            <a:off x="2697480" y="932688"/>
            <a:ext cx="2103120" cy="1408176"/>
          </a:xfrm>
          <a:prstGeom prst="roundRect">
            <a:avLst>
              <a:gd name="adj" fmla="val 5195"/>
            </a:avLst>
          </a:prstGeom>
          <a:solidFill>
            <a:srgbClr val="E5F3E4"/>
          </a:solidFill>
          <a:ln w="12700">
            <a:solidFill>
              <a:srgbClr val="9CA9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07208" y="1014984"/>
            <a:ext cx="1883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23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Rear-window shift features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807208" y="1316736"/>
            <a:ext cx="188366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10" dirty="0">
                <a:solidFill>
                  <a:srgbClr val="334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1310" dirty="0"/>
          </a:p>
          <a:p>
            <a:pPr indent="0" marL="0">
              <a:buNone/>
            </a:pPr>
            <a:r>
              <a:rPr lang="en-US" sz="1310" dirty="0">
                <a:solidFill>
                  <a:srgbClr val="334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rear-window R_total(λ)</a:t>
            </a:r>
            <a:endParaRPr lang="en-US" sz="1310" dirty="0"/>
          </a:p>
          <a:p>
            <a:pPr indent="0" marL="0">
              <a:buNone/>
            </a:pPr>
            <a:endParaRPr lang="en-US" sz="1310" dirty="0"/>
          </a:p>
          <a:p>
            <a:pPr indent="0" marL="0">
              <a:buNone/>
            </a:pPr>
            <a:r>
              <a:rPr lang="en-US" sz="1310" dirty="0">
                <a:solidFill>
                  <a:srgbClr val="334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310" dirty="0"/>
          </a:p>
          <a:p>
            <a:pPr indent="0" marL="0">
              <a:buNone/>
            </a:pPr>
            <a:r>
              <a:rPr lang="en-US" sz="1310" dirty="0">
                <a:solidFill>
                  <a:srgbClr val="334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shift, explained fraction,</a:t>
            </a:r>
            <a:endParaRPr lang="en-US" sz="1310" dirty="0"/>
          </a:p>
          <a:p>
            <a:pPr indent="0" marL="0">
              <a:buNone/>
            </a:pPr>
            <a:r>
              <a:rPr lang="en-US" sz="1310" dirty="0">
                <a:solidFill>
                  <a:srgbClr val="334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residual</a:t>
            </a:r>
            <a:endParaRPr lang="en-US" sz="1310" dirty="0"/>
          </a:p>
          <a:p>
            <a:pPr indent="0" marL="0">
              <a:buNone/>
            </a:pPr>
            <a:endParaRPr lang="en-US" sz="1310" dirty="0"/>
          </a:p>
          <a:p>
            <a:pPr indent="0" marL="0">
              <a:buNone/>
            </a:pPr>
            <a:r>
              <a:rPr lang="en-US" sz="1310" dirty="0">
                <a:solidFill>
                  <a:srgbClr val="334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answered</a:t>
            </a:r>
            <a:endParaRPr lang="en-US" sz="1310" dirty="0"/>
          </a:p>
          <a:p>
            <a:pPr indent="0" marL="0">
              <a:buNone/>
            </a:pPr>
            <a:r>
              <a:rPr lang="en-US" sz="1310" dirty="0">
                <a:solidFill>
                  <a:srgbClr val="334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it behave like thickness shift?</a:t>
            </a:r>
            <a:endParaRPr lang="en-US" sz="1310" dirty="0"/>
          </a:p>
        </p:txBody>
      </p:sp>
      <p:sp>
        <p:nvSpPr>
          <p:cNvPr id="12" name="Shape 10"/>
          <p:cNvSpPr/>
          <p:nvPr/>
        </p:nvSpPr>
        <p:spPr>
          <a:xfrm>
            <a:off x="4983480" y="932688"/>
            <a:ext cx="2103120" cy="1408176"/>
          </a:xfrm>
          <a:prstGeom prst="roundRect">
            <a:avLst>
              <a:gd name="adj" fmla="val 5195"/>
            </a:avLst>
          </a:prstGeom>
          <a:solidFill>
            <a:srgbClr val="F7EBDD"/>
          </a:solidFill>
          <a:ln w="12700">
            <a:solidFill>
              <a:srgbClr val="9CA9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93208" y="1014984"/>
            <a:ext cx="1883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23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Rear-window spectral features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093208" y="1316736"/>
            <a:ext cx="188366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10" dirty="0">
                <a:solidFill>
                  <a:srgbClr val="334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1310" dirty="0"/>
          </a:p>
          <a:p>
            <a:pPr indent="0" marL="0">
              <a:buNone/>
            </a:pPr>
            <a:r>
              <a:rPr lang="en-US" sz="1310" dirty="0">
                <a:solidFill>
                  <a:srgbClr val="334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rear aligned residual</a:t>
            </a:r>
            <a:endParaRPr lang="en-US" sz="1310" dirty="0"/>
          </a:p>
          <a:p>
            <a:pPr indent="0" marL="0">
              <a:buNone/>
            </a:pPr>
            <a:endParaRPr lang="en-US" sz="1310" dirty="0"/>
          </a:p>
          <a:p>
            <a:pPr indent="0" marL="0">
              <a:buNone/>
            </a:pPr>
            <a:r>
              <a:rPr lang="en-US" sz="1310" dirty="0">
                <a:solidFill>
                  <a:srgbClr val="334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310" dirty="0"/>
          </a:p>
          <a:p>
            <a:pPr indent="0" marL="0">
              <a:buNone/>
            </a:pPr>
            <a:r>
              <a:rPr lang="en-US" sz="1310" dirty="0">
                <a:solidFill>
                  <a:srgbClr val="334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dominant freq, bandwidth,</a:t>
            </a:r>
            <a:endParaRPr lang="en-US" sz="1310" dirty="0"/>
          </a:p>
          <a:p>
            <a:pPr indent="0" marL="0">
              <a:buNone/>
            </a:pPr>
            <a:r>
              <a:rPr lang="en-US" sz="1310" dirty="0">
                <a:solidFill>
                  <a:srgbClr val="334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sideband, complexity</a:t>
            </a:r>
            <a:endParaRPr lang="en-US" sz="1310" dirty="0"/>
          </a:p>
          <a:p>
            <a:pPr indent="0" marL="0">
              <a:buNone/>
            </a:pPr>
            <a:endParaRPr lang="en-US" sz="1310" dirty="0"/>
          </a:p>
          <a:p>
            <a:pPr indent="0" marL="0">
              <a:buNone/>
            </a:pPr>
            <a:r>
              <a:rPr lang="en-US" sz="1310" dirty="0">
                <a:solidFill>
                  <a:srgbClr val="334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answered</a:t>
            </a:r>
            <a:endParaRPr lang="en-US" sz="1310" dirty="0"/>
          </a:p>
          <a:p>
            <a:pPr indent="0" marL="0">
              <a:buNone/>
            </a:pPr>
            <a:r>
              <a:rPr lang="en-US" sz="1310" dirty="0">
                <a:solidFill>
                  <a:srgbClr val="334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there extra rear-window complexity?</a:t>
            </a:r>
            <a:endParaRPr lang="en-US" sz="1310" dirty="0"/>
          </a:p>
        </p:txBody>
      </p:sp>
      <p:sp>
        <p:nvSpPr>
          <p:cNvPr id="15" name="Shape 13"/>
          <p:cNvSpPr/>
          <p:nvPr/>
        </p:nvSpPr>
        <p:spPr>
          <a:xfrm>
            <a:off x="411480" y="2670048"/>
            <a:ext cx="2103120" cy="1572768"/>
          </a:xfrm>
          <a:prstGeom prst="roundRect">
            <a:avLst>
              <a:gd name="adj" fmla="val 4651"/>
            </a:avLst>
          </a:prstGeom>
          <a:solidFill>
            <a:srgbClr val="EEE6F9"/>
          </a:solidFill>
          <a:ln w="12700">
            <a:solidFill>
              <a:srgbClr val="9CA9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1208" y="2752344"/>
            <a:ext cx="1883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23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Wavelet features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21208" y="3054096"/>
            <a:ext cx="188366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90" dirty="0">
                <a:solidFill>
                  <a:srgbClr val="334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1290" dirty="0"/>
          </a:p>
          <a:p>
            <a:pPr indent="0" marL="0">
              <a:buNone/>
            </a:pPr>
            <a:r>
              <a:rPr lang="en-US" sz="1290" dirty="0">
                <a:solidFill>
                  <a:srgbClr val="334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ΔR_total(λ)</a:t>
            </a:r>
            <a:endParaRPr lang="en-US" sz="1290" dirty="0"/>
          </a:p>
          <a:p>
            <a:pPr indent="0" marL="0">
              <a:buNone/>
            </a:pPr>
            <a:endParaRPr lang="en-US" sz="1290" dirty="0"/>
          </a:p>
          <a:p>
            <a:pPr indent="0" marL="0">
              <a:buNone/>
            </a:pPr>
            <a:r>
              <a:rPr lang="en-US" sz="1290" dirty="0">
                <a:solidFill>
                  <a:srgbClr val="334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290" dirty="0"/>
          </a:p>
          <a:p>
            <a:pPr indent="0" marL="0">
              <a:buNone/>
            </a:pPr>
            <a:r>
              <a:rPr lang="en-US" sz="1290" dirty="0">
                <a:solidFill>
                  <a:srgbClr val="334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front/transition/rear energy,</a:t>
            </a:r>
            <a:endParaRPr lang="en-US" sz="1290" dirty="0"/>
          </a:p>
          <a:p>
            <a:pPr indent="0" marL="0">
              <a:buNone/>
            </a:pPr>
            <a:r>
              <a:rPr lang="en-US" sz="1290" dirty="0">
                <a:solidFill>
                  <a:srgbClr val="334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entropy, peak scale</a:t>
            </a:r>
            <a:endParaRPr lang="en-US" sz="1290" dirty="0"/>
          </a:p>
          <a:p>
            <a:pPr indent="0" marL="0">
              <a:buNone/>
            </a:pPr>
            <a:endParaRPr lang="en-US" sz="1290" dirty="0"/>
          </a:p>
          <a:p>
            <a:pPr indent="0" marL="0">
              <a:buNone/>
            </a:pPr>
            <a:r>
              <a:rPr lang="en-US" sz="1290" dirty="0">
                <a:solidFill>
                  <a:srgbClr val="334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answered</a:t>
            </a:r>
            <a:endParaRPr lang="en-US" sz="1290" dirty="0"/>
          </a:p>
          <a:p>
            <a:pPr indent="0" marL="0">
              <a:buNone/>
            </a:pPr>
            <a:r>
              <a:rPr lang="en-US" sz="1290" dirty="0">
                <a:solidFill>
                  <a:srgbClr val="334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is the change concentrated,</a:t>
            </a:r>
            <a:endParaRPr lang="en-US" sz="1290" dirty="0"/>
          </a:p>
          <a:p>
            <a:pPr indent="0" marL="0">
              <a:buNone/>
            </a:pPr>
            <a:r>
              <a:rPr lang="en-US" sz="1290" dirty="0">
                <a:solidFill>
                  <a:srgbClr val="334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is it locally reconstructed?</a:t>
            </a:r>
            <a:endParaRPr lang="en-US" sz="1290" dirty="0"/>
          </a:p>
        </p:txBody>
      </p:sp>
      <p:sp>
        <p:nvSpPr>
          <p:cNvPr id="18" name="Shape 16"/>
          <p:cNvSpPr/>
          <p:nvPr/>
        </p:nvSpPr>
        <p:spPr>
          <a:xfrm>
            <a:off x="2697480" y="2670048"/>
            <a:ext cx="2103120" cy="1572768"/>
          </a:xfrm>
          <a:prstGeom prst="roundRect">
            <a:avLst>
              <a:gd name="adj" fmla="val 4651"/>
            </a:avLst>
          </a:prstGeom>
          <a:solidFill>
            <a:srgbClr val="FBE7EC"/>
          </a:solidFill>
          <a:ln w="12700">
            <a:solidFill>
              <a:srgbClr val="9CA9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807208" y="2752344"/>
            <a:ext cx="1883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23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 similarity features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2807208" y="3054096"/>
            <a:ext cx="188366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90" dirty="0">
                <a:solidFill>
                  <a:srgbClr val="334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1290" dirty="0"/>
          </a:p>
          <a:p>
            <a:pPr indent="0" marL="0">
              <a:buNone/>
            </a:pPr>
            <a:r>
              <a:rPr lang="en-US" sz="1290" dirty="0">
                <a:solidFill>
                  <a:srgbClr val="334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ΔR_total(λ) vs family templates</a:t>
            </a:r>
            <a:endParaRPr lang="en-US" sz="1290" dirty="0"/>
          </a:p>
          <a:p>
            <a:pPr indent="0" marL="0">
              <a:buNone/>
            </a:pPr>
            <a:endParaRPr lang="en-US" sz="1290" dirty="0"/>
          </a:p>
          <a:p>
            <a:pPr indent="0" marL="0">
              <a:buNone/>
            </a:pPr>
            <a:r>
              <a:rPr lang="en-US" sz="1290" dirty="0">
                <a:solidFill>
                  <a:srgbClr val="334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290" dirty="0"/>
          </a:p>
          <a:p>
            <a:pPr indent="0" marL="0">
              <a:buNone/>
            </a:pPr>
            <a:r>
              <a:rPr lang="en-US" sz="1290" dirty="0">
                <a:solidFill>
                  <a:srgbClr val="334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thickness / front roughness /</a:t>
            </a:r>
            <a:endParaRPr lang="en-US" sz="1290" dirty="0"/>
          </a:p>
          <a:p>
            <a:pPr indent="0" marL="0">
              <a:buNone/>
            </a:pPr>
            <a:r>
              <a:rPr lang="en-US" sz="1290" dirty="0">
                <a:solidFill>
                  <a:srgbClr val="334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rear roughness / front gap /</a:t>
            </a:r>
            <a:endParaRPr lang="en-US" sz="1290" dirty="0"/>
          </a:p>
          <a:p>
            <a:pPr indent="0" marL="0">
              <a:buNone/>
            </a:pPr>
            <a:r>
              <a:rPr lang="en-US" sz="1290" dirty="0">
                <a:solidFill>
                  <a:srgbClr val="334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rear gap similarity</a:t>
            </a:r>
            <a:endParaRPr lang="en-US" sz="1290" dirty="0"/>
          </a:p>
          <a:p>
            <a:pPr indent="0" marL="0">
              <a:buNone/>
            </a:pPr>
            <a:endParaRPr lang="en-US" sz="1290" dirty="0"/>
          </a:p>
          <a:p>
            <a:pPr indent="0" marL="0">
              <a:buNone/>
            </a:pPr>
            <a:r>
              <a:rPr lang="en-US" sz="1290" dirty="0">
                <a:solidFill>
                  <a:srgbClr val="334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answered</a:t>
            </a:r>
            <a:endParaRPr lang="en-US" sz="1290" dirty="0"/>
          </a:p>
          <a:p>
            <a:pPr indent="0" marL="0">
              <a:buNone/>
            </a:pPr>
            <a:r>
              <a:rPr lang="en-US" sz="1290" dirty="0">
                <a:solidFill>
                  <a:srgbClr val="334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defect family does it look like overall?</a:t>
            </a:r>
            <a:endParaRPr lang="en-US" sz="1290" dirty="0"/>
          </a:p>
        </p:txBody>
      </p:sp>
      <p:sp>
        <p:nvSpPr>
          <p:cNvPr id="21" name="Shape 19"/>
          <p:cNvSpPr/>
          <p:nvPr/>
        </p:nvSpPr>
        <p:spPr>
          <a:xfrm>
            <a:off x="4983480" y="2670048"/>
            <a:ext cx="2103120" cy="1572768"/>
          </a:xfrm>
          <a:prstGeom prst="roundRect">
            <a:avLst>
              <a:gd name="adj" fmla="val 4651"/>
            </a:avLst>
          </a:prstGeom>
          <a:solidFill>
            <a:srgbClr val="EEF1F4"/>
          </a:solidFill>
          <a:ln w="12700">
            <a:solidFill>
              <a:srgbClr val="9CA9B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93208" y="2752344"/>
            <a:ext cx="1883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23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route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093208" y="3054096"/>
            <a:ext cx="188366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90" dirty="0">
                <a:solidFill>
                  <a:srgbClr val="334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groups</a:t>
            </a:r>
            <a:endParaRPr lang="en-US" sz="1290" dirty="0"/>
          </a:p>
          <a:p>
            <a:pPr indent="0" marL="0">
              <a:buNone/>
            </a:pPr>
            <a:endParaRPr lang="en-US" sz="1290" dirty="0"/>
          </a:p>
          <a:p>
            <a:pPr indent="0" marL="0">
              <a:buNone/>
            </a:pPr>
            <a:r>
              <a:rPr lang="en-US" sz="1290" dirty="0">
                <a:solidFill>
                  <a:srgbClr val="334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 quantitative features</a:t>
            </a:r>
            <a:endParaRPr lang="en-US" sz="1290" dirty="0"/>
          </a:p>
          <a:p>
            <a:pPr indent="0" marL="0">
              <a:buNone/>
            </a:pPr>
            <a:endParaRPr lang="en-US" sz="1290" dirty="0"/>
          </a:p>
          <a:p>
            <a:pPr indent="0" marL="0">
              <a:buNone/>
            </a:pPr>
            <a:r>
              <a:rPr lang="en-US" sz="1290" dirty="0">
                <a:solidFill>
                  <a:srgbClr val="334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 / embedding /</a:t>
            </a:r>
            <a:endParaRPr lang="en-US" sz="1290" dirty="0"/>
          </a:p>
          <a:p>
            <a:pPr indent="0" marL="0">
              <a:buNone/>
            </a:pPr>
            <a:r>
              <a:rPr lang="en-US" sz="1290" dirty="0">
                <a:solidFill>
                  <a:srgbClr val="334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family-specific fitting</a:t>
            </a:r>
            <a:endParaRPr lang="en-US" sz="1290" dirty="0"/>
          </a:p>
        </p:txBody>
      </p:sp>
      <p:sp>
        <p:nvSpPr>
          <p:cNvPr id="24" name="Shape 22"/>
          <p:cNvSpPr/>
          <p:nvPr/>
        </p:nvSpPr>
        <p:spPr>
          <a:xfrm>
            <a:off x="2542032" y="1645920"/>
            <a:ext cx="2359152" cy="1572768"/>
          </a:xfrm>
          <a:prstGeom prst="line">
            <a:avLst/>
          </a:prstGeom>
          <a:noFill/>
          <a:ln w="13970">
            <a:solidFill>
              <a:srgbClr val="7F8FA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28032" y="1645920"/>
            <a:ext cx="128016" cy="1572768"/>
          </a:xfrm>
          <a:prstGeom prst="line">
            <a:avLst/>
          </a:prstGeom>
          <a:noFill/>
          <a:ln w="13970">
            <a:solidFill>
              <a:srgbClr val="7F8FA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42032" y="3456432"/>
            <a:ext cx="2359152" cy="-18288"/>
          </a:xfrm>
          <a:prstGeom prst="line">
            <a:avLst/>
          </a:prstGeom>
          <a:noFill/>
          <a:ln w="13970">
            <a:solidFill>
              <a:srgbClr val="7F8FA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28032" y="3456432"/>
            <a:ext cx="128016" cy="-18288"/>
          </a:xfrm>
          <a:prstGeom prst="line">
            <a:avLst/>
          </a:prstGeom>
          <a:noFill/>
          <a:ln w="13970">
            <a:solidFill>
              <a:srgbClr val="7F8FA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3090672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F8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846320" y="2560320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F8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4846320" y="2029968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F8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D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19456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23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not use raw spectra directly?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11480" y="530352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5E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first, then fit the full spectrum with the matching family-specific model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8339328" y="4645152"/>
            <a:ext cx="402336" cy="256032"/>
          </a:xfrm>
          <a:prstGeom prst="roundRect">
            <a:avLst>
              <a:gd name="adj" fmla="val 28571"/>
            </a:avLst>
          </a:prstGeom>
          <a:solidFill>
            <a:srgbClr val="8391A0"/>
          </a:solidFill>
          <a:ln w="10160">
            <a:solidFill>
              <a:srgbClr val="8391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339328" y="4645152"/>
            <a:ext cx="402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82296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23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Directly use raw spectra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4892040" y="822960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23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feature extraction first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548640" y="1152144"/>
            <a:ext cx="749808" cy="2066544"/>
          </a:xfrm>
          <a:prstGeom prst="rect">
            <a:avLst/>
          </a:prstGeom>
          <a:solidFill>
            <a:srgbClr val="DDEAFB">
              <a:alpha val="62000"/>
            </a:srgbClr>
          </a:solidFill>
          <a:ln w="1270">
            <a:solidFill>
              <a:srgbClr val="DDEAFB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161288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A67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298448" y="1152144"/>
            <a:ext cx="859536" cy="2066544"/>
          </a:xfrm>
          <a:prstGeom prst="rect">
            <a:avLst/>
          </a:prstGeom>
          <a:solidFill>
            <a:srgbClr val="F7EBDD">
              <a:alpha val="62000"/>
            </a:srgbClr>
          </a:solidFill>
          <a:ln w="1270">
            <a:solidFill>
              <a:srgbClr val="F7EBDD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98448" y="1161288"/>
            <a:ext cx="859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A67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transition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2157984" y="1152144"/>
            <a:ext cx="960120" cy="2066544"/>
          </a:xfrm>
          <a:prstGeom prst="rect">
            <a:avLst/>
          </a:prstGeom>
          <a:solidFill>
            <a:srgbClr val="E5F3E4">
              <a:alpha val="62000"/>
            </a:srgbClr>
          </a:solidFill>
          <a:ln w="1270">
            <a:solidFill>
              <a:srgbClr val="E5F3E4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57984" y="1161288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A67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rear</a:t>
            </a:r>
            <a:endParaRPr lang="en-US" sz="1250" dirty="0"/>
          </a:p>
        </p:txBody>
      </p:sp>
      <p:graphicFrame>
        <p:nvGraphicFramePr>
          <p:cNvPr id="14" name="Chart 0" descr=""/>
          <p:cNvGraphicFramePr/>
          <p:nvPr/>
        </p:nvGraphicFramePr>
        <p:xfrm>
          <a:off x="502920" y="1024128"/>
          <a:ext cx="3794760" cy="1188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5" name="Chart 1" descr=""/>
          <p:cNvGraphicFramePr/>
          <p:nvPr/>
        </p:nvGraphicFramePr>
        <p:xfrm>
          <a:off x="502920" y="2267712"/>
          <a:ext cx="3794760" cy="113385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6" name="Shape 12"/>
          <p:cNvSpPr/>
          <p:nvPr/>
        </p:nvSpPr>
        <p:spPr>
          <a:xfrm>
            <a:off x="640080" y="1682496"/>
            <a:ext cx="987552" cy="201168"/>
          </a:xfrm>
          <a:prstGeom prst="roundRect">
            <a:avLst>
              <a:gd name="adj" fmla="val 27273"/>
            </a:avLst>
          </a:prstGeom>
          <a:solidFill>
            <a:srgbClr val="FFF3F3"/>
          </a:solidFill>
          <a:ln w="11430">
            <a:solidFill>
              <a:srgbClr val="D8A8A8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40080" y="1691640"/>
            <a:ext cx="98755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E4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high-dimensional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1737360" y="1225296"/>
            <a:ext cx="877824" cy="201168"/>
          </a:xfrm>
          <a:prstGeom prst="roundRect">
            <a:avLst>
              <a:gd name="adj" fmla="val 27273"/>
            </a:avLst>
          </a:prstGeom>
          <a:solidFill>
            <a:srgbClr val="FFF3F3"/>
          </a:solidFill>
          <a:ln w="11430">
            <a:solidFill>
              <a:srgbClr val="D8A8A8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1737360" y="1234440"/>
            <a:ext cx="8778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E4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to explain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676656" y="2578608"/>
            <a:ext cx="896112" cy="201168"/>
          </a:xfrm>
          <a:prstGeom prst="roundRect">
            <a:avLst>
              <a:gd name="adj" fmla="val 27273"/>
            </a:avLst>
          </a:prstGeom>
          <a:solidFill>
            <a:srgbClr val="FFF3F3"/>
          </a:solidFill>
          <a:ln w="11430">
            <a:solidFill>
              <a:srgbClr val="D8A8A8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76656" y="2587752"/>
            <a:ext cx="89611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E4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noise-sensitive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1700784" y="3017520"/>
            <a:ext cx="1115568" cy="201168"/>
          </a:xfrm>
          <a:prstGeom prst="roundRect">
            <a:avLst>
              <a:gd name="adj" fmla="val 27273"/>
            </a:avLst>
          </a:prstGeom>
          <a:solidFill>
            <a:srgbClr val="FFF3F3"/>
          </a:solidFill>
          <a:ln w="11430">
            <a:solidFill>
              <a:srgbClr val="D8A8A8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1700784" y="3026664"/>
            <a:ext cx="11155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E4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to route physically</a:t>
            </a:r>
            <a:endParaRPr lang="en-US" sz="1250" dirty="0"/>
          </a:p>
        </p:txBody>
      </p:sp>
      <p:sp>
        <p:nvSpPr>
          <p:cNvPr id="24" name="Shape 20"/>
          <p:cNvSpPr/>
          <p:nvPr/>
        </p:nvSpPr>
        <p:spPr>
          <a:xfrm>
            <a:off x="4956048" y="1243584"/>
            <a:ext cx="1225296" cy="841248"/>
          </a:xfrm>
          <a:prstGeom prst="roundRect">
            <a:avLst>
              <a:gd name="adj" fmla="val 8696"/>
            </a:avLst>
          </a:prstGeom>
          <a:solidFill>
            <a:srgbClr val="DDEAFB"/>
          </a:solidFill>
          <a:ln w="12700">
            <a:solidFill>
              <a:srgbClr val="9CA9B8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5065776" y="132588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223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feature groups</a:t>
            </a:r>
            <a:endParaRPr lang="en-US" sz="1550" dirty="0"/>
          </a:p>
        </p:txBody>
      </p:sp>
      <p:sp>
        <p:nvSpPr>
          <p:cNvPr id="26" name="Text 22"/>
          <p:cNvSpPr/>
          <p:nvPr/>
        </p:nvSpPr>
        <p:spPr>
          <a:xfrm>
            <a:off x="5065776" y="160934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334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 energy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334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rear shift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334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rear spectrum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334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wavelet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334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 similarity</a:t>
            </a:r>
            <a:endParaRPr lang="en-US" sz="1230" dirty="0"/>
          </a:p>
        </p:txBody>
      </p:sp>
      <p:sp>
        <p:nvSpPr>
          <p:cNvPr id="27" name="Shape 23"/>
          <p:cNvSpPr/>
          <p:nvPr/>
        </p:nvSpPr>
        <p:spPr>
          <a:xfrm>
            <a:off x="6382512" y="1243584"/>
            <a:ext cx="987552" cy="841248"/>
          </a:xfrm>
          <a:prstGeom prst="roundRect">
            <a:avLst>
              <a:gd name="adj" fmla="val 8696"/>
            </a:avLst>
          </a:prstGeom>
          <a:solidFill>
            <a:srgbClr val="EEE6F9"/>
          </a:solidFill>
          <a:ln w="12700">
            <a:solidFill>
              <a:srgbClr val="9CA9B8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6492240" y="1325880"/>
            <a:ext cx="768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b="1" dirty="0">
                <a:solidFill>
                  <a:srgbClr val="223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 features</a:t>
            </a:r>
            <a:endParaRPr lang="en-US" sz="1520" dirty="0"/>
          </a:p>
        </p:txBody>
      </p:sp>
      <p:sp>
        <p:nvSpPr>
          <p:cNvPr id="29" name="Text 25"/>
          <p:cNvSpPr/>
          <p:nvPr/>
        </p:nvSpPr>
        <p:spPr>
          <a:xfrm>
            <a:off x="6492240" y="1609344"/>
            <a:ext cx="768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334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compact numbers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334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physical meaning</a:t>
            </a:r>
            <a:endParaRPr lang="en-US" sz="1230" dirty="0"/>
          </a:p>
        </p:txBody>
      </p:sp>
      <p:sp>
        <p:nvSpPr>
          <p:cNvPr id="30" name="Shape 26"/>
          <p:cNvSpPr/>
          <p:nvPr/>
        </p:nvSpPr>
        <p:spPr>
          <a:xfrm>
            <a:off x="7552944" y="1243584"/>
            <a:ext cx="987552" cy="841248"/>
          </a:xfrm>
          <a:prstGeom prst="roundRect">
            <a:avLst>
              <a:gd name="adj" fmla="val 8696"/>
            </a:avLst>
          </a:prstGeom>
          <a:solidFill>
            <a:srgbClr val="E5F3E4"/>
          </a:solidFill>
          <a:ln w="12700">
            <a:solidFill>
              <a:srgbClr val="9CA9B8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7662672" y="1325880"/>
            <a:ext cx="768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b="1" dirty="0">
                <a:solidFill>
                  <a:srgbClr val="223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</a:t>
            </a:r>
            <a:endParaRPr lang="en-US" sz="1520" dirty="0"/>
          </a:p>
        </p:txBody>
      </p:sp>
      <p:sp>
        <p:nvSpPr>
          <p:cNvPr id="32" name="Text 28"/>
          <p:cNvSpPr/>
          <p:nvPr/>
        </p:nvSpPr>
        <p:spPr>
          <a:xfrm>
            <a:off x="7662672" y="1609344"/>
            <a:ext cx="768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334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the likely family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334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full-spectrum fit</a:t>
            </a:r>
            <a:endParaRPr lang="en-US" sz="1230" dirty="0"/>
          </a:p>
        </p:txBody>
      </p:sp>
      <p:sp>
        <p:nvSpPr>
          <p:cNvPr id="33" name="Text 29"/>
          <p:cNvSpPr/>
          <p:nvPr/>
        </p:nvSpPr>
        <p:spPr>
          <a:xfrm>
            <a:off x="6208776" y="1609344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F8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34" name="Text 30"/>
          <p:cNvSpPr/>
          <p:nvPr/>
        </p:nvSpPr>
        <p:spPr>
          <a:xfrm>
            <a:off x="7388352" y="1609344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F8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35" name="Shape 31"/>
          <p:cNvSpPr/>
          <p:nvPr/>
        </p:nvSpPr>
        <p:spPr>
          <a:xfrm>
            <a:off x="5138928" y="2414016"/>
            <a:ext cx="1243584" cy="237744"/>
          </a:xfrm>
          <a:prstGeom prst="roundRect">
            <a:avLst>
              <a:gd name="adj" fmla="val 23077"/>
            </a:avLst>
          </a:prstGeom>
          <a:solidFill>
            <a:srgbClr val="EEF8EF"/>
          </a:solidFill>
          <a:ln w="11430">
            <a:solidFill>
              <a:srgbClr val="9BC59E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5138928" y="2423160"/>
            <a:ext cx="1243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24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lower-dimensional</a:t>
            </a:r>
            <a:endParaRPr lang="en-US" sz="1250" dirty="0"/>
          </a:p>
        </p:txBody>
      </p:sp>
      <p:sp>
        <p:nvSpPr>
          <p:cNvPr id="37" name="Shape 33"/>
          <p:cNvSpPr/>
          <p:nvPr/>
        </p:nvSpPr>
        <p:spPr>
          <a:xfrm>
            <a:off x="6510528" y="2414016"/>
            <a:ext cx="1499616" cy="237744"/>
          </a:xfrm>
          <a:prstGeom prst="roundRect">
            <a:avLst>
              <a:gd name="adj" fmla="val 23077"/>
            </a:avLst>
          </a:prstGeom>
          <a:solidFill>
            <a:srgbClr val="EEF8EF"/>
          </a:solidFill>
          <a:ln w="11430">
            <a:solidFill>
              <a:srgbClr val="9BC59E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6510528" y="2423160"/>
            <a:ext cx="1499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24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physically interpretable</a:t>
            </a:r>
            <a:endParaRPr lang="en-US" sz="1250" dirty="0"/>
          </a:p>
        </p:txBody>
      </p:sp>
      <p:sp>
        <p:nvSpPr>
          <p:cNvPr id="39" name="Shape 35"/>
          <p:cNvSpPr/>
          <p:nvPr/>
        </p:nvSpPr>
        <p:spPr>
          <a:xfrm>
            <a:off x="5138928" y="2907792"/>
            <a:ext cx="1773936" cy="237744"/>
          </a:xfrm>
          <a:prstGeom prst="roundRect">
            <a:avLst>
              <a:gd name="adj" fmla="val 23077"/>
            </a:avLst>
          </a:prstGeom>
          <a:solidFill>
            <a:srgbClr val="EEF8EF"/>
          </a:solidFill>
          <a:ln w="11430">
            <a:solidFill>
              <a:srgbClr val="9BC59E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5138928" y="2916936"/>
            <a:ext cx="1773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24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for classify-then-fit</a:t>
            </a:r>
            <a:endParaRPr lang="en-US" sz="1250" dirty="0"/>
          </a:p>
        </p:txBody>
      </p:sp>
      <p:sp>
        <p:nvSpPr>
          <p:cNvPr id="41" name="Shape 37"/>
          <p:cNvSpPr/>
          <p:nvPr/>
        </p:nvSpPr>
        <p:spPr>
          <a:xfrm>
            <a:off x="7022592" y="2907792"/>
            <a:ext cx="1572768" cy="237744"/>
          </a:xfrm>
          <a:prstGeom prst="roundRect">
            <a:avLst>
              <a:gd name="adj" fmla="val 23077"/>
            </a:avLst>
          </a:prstGeom>
          <a:solidFill>
            <a:srgbClr val="EEF8EF"/>
          </a:solidFill>
          <a:ln w="11430">
            <a:solidFill>
              <a:srgbClr val="9BC59E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7022592" y="2916936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24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for automatic routing</a:t>
            </a:r>
            <a:endParaRPr lang="en-US" sz="1250" dirty="0"/>
          </a:p>
        </p:txBody>
      </p:sp>
      <p:sp>
        <p:nvSpPr>
          <p:cNvPr id="43" name="Shape 39"/>
          <p:cNvSpPr/>
          <p:nvPr/>
        </p:nvSpPr>
        <p:spPr>
          <a:xfrm>
            <a:off x="4956048" y="3840480"/>
            <a:ext cx="3639312" cy="365760"/>
          </a:xfrm>
          <a:prstGeom prst="roundRect">
            <a:avLst>
              <a:gd name="adj" fmla="val 20000"/>
            </a:avLst>
          </a:prstGeom>
          <a:solidFill>
            <a:srgbClr val="FFF5F7"/>
          </a:solidFill>
          <a:ln w="11430">
            <a:solidFill>
              <a:srgbClr val="D8A4B2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5084064" y="3922776"/>
            <a:ext cx="3383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9C2F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extraction is used for routing, not for replacing full-spectrum fitting</a:t>
            </a:r>
            <a:endParaRPr lang="en-US" sz="126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TMM-interference-spectrum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feature_extraction_explainer</dc:title>
  <dc:subject>Phase D-2 feature extraction explainer</dc:subject>
  <dc:creator>OpenAI Codex</dc:creator>
  <cp:lastModifiedBy>OpenAI Codex</cp:lastModifiedBy>
  <cp:revision>1</cp:revision>
  <dcterms:created xsi:type="dcterms:W3CDTF">2026-04-13T12:10:07Z</dcterms:created>
  <dcterms:modified xsi:type="dcterms:W3CDTF">2026-04-13T12:10:07Z</dcterms:modified>
</cp:coreProperties>
</file>